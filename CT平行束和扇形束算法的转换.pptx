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59" r:id="rId4"/>
    <p:sldId id="260" r:id="rId5"/>
    <p:sldId id="261" r:id="rId6"/>
    <p:sldId id="262" r:id="rId7"/>
    <p:sldId id="298" r:id="rId8"/>
    <p:sldId id="263" r:id="rId9"/>
    <p:sldId id="264" r:id="rId10"/>
    <p:sldId id="279" r:id="rId11"/>
    <p:sldId id="265" r:id="rId12"/>
    <p:sldId id="267" r:id="rId13"/>
    <p:sldId id="268" r:id="rId14"/>
    <p:sldId id="266" r:id="rId15"/>
    <p:sldId id="311" r:id="rId16"/>
    <p:sldId id="280" r:id="rId17"/>
    <p:sldId id="281" r:id="rId18"/>
    <p:sldId id="282" r:id="rId19"/>
    <p:sldId id="269" r:id="rId20"/>
    <p:sldId id="325" r:id="rId21"/>
    <p:sldId id="319" r:id="rId22"/>
    <p:sldId id="318" r:id="rId23"/>
    <p:sldId id="317" r:id="rId24"/>
    <p:sldId id="320" r:id="rId25"/>
    <p:sldId id="321" r:id="rId26"/>
    <p:sldId id="270" r:id="rId27"/>
    <p:sldId id="326" r:id="rId28"/>
    <p:sldId id="327" r:id="rId29"/>
    <p:sldId id="328" r:id="rId30"/>
    <p:sldId id="329" r:id="rId31"/>
    <p:sldId id="330" r:id="rId32"/>
  </p:sldIdLst>
  <p:sldSz cx="9144000" cy="6858000" type="screen4x3"/>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FF66CC"/>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1506" y="108"/>
      </p:cViewPr>
      <p:guideLst>
        <p:guide orient="horz" pos="2168"/>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8595" cy="57471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167998" y="0"/>
            <a:ext cx="3188595" cy="574719"/>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2025/11/24</a:t>
            </a:fld>
            <a:endParaRPr lang="zh-CN" altLang="en-US"/>
          </a:p>
        </p:txBody>
      </p:sp>
      <p:sp>
        <p:nvSpPr>
          <p:cNvPr id="4" name="幻灯片图像占位符 3"/>
          <p:cNvSpPr>
            <a:spLocks noGrp="1" noRot="1" noChangeAspect="1"/>
          </p:cNvSpPr>
          <p:nvPr>
            <p:ph type="sldImg" idx="2"/>
          </p:nvPr>
        </p:nvSpPr>
        <p:spPr>
          <a:xfrm>
            <a:off x="242770" y="1431824"/>
            <a:ext cx="6872756" cy="38659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35830" y="5512523"/>
            <a:ext cx="5886637" cy="4510246"/>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10879875"/>
            <a:ext cx="3188595" cy="57471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167998" y="10879875"/>
            <a:ext cx="3188595" cy="57471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2025/11/24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2025/11/24</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10.wmf"/><Relationship Id="rId18" Type="http://schemas.openxmlformats.org/officeDocument/2006/relationships/image" Target="../media/image13.png"/><Relationship Id="rId3" Type="http://schemas.openxmlformats.org/officeDocument/2006/relationships/image" Target="../media/image5.wmf"/><Relationship Id="rId7" Type="http://schemas.openxmlformats.org/officeDocument/2006/relationships/image" Target="../media/image7.wmf"/><Relationship Id="rId12" Type="http://schemas.openxmlformats.org/officeDocument/2006/relationships/oleObject" Target="../embeddings/oleObject8.bin"/><Relationship Id="rId17" Type="http://schemas.openxmlformats.org/officeDocument/2006/relationships/image" Target="../media/image12.wmf"/><Relationship Id="rId2" Type="http://schemas.openxmlformats.org/officeDocument/2006/relationships/oleObject" Target="../embeddings/oleObject3.bin"/><Relationship Id="rId16"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5.bin"/><Relationship Id="rId11" Type="http://schemas.openxmlformats.org/officeDocument/2006/relationships/image" Target="../media/image9.wmf"/><Relationship Id="rId5" Type="http://schemas.openxmlformats.org/officeDocument/2006/relationships/image" Target="../media/image6.wmf"/><Relationship Id="rId15" Type="http://schemas.openxmlformats.org/officeDocument/2006/relationships/image" Target="../media/image11.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8.wmf"/><Relationship Id="rId14"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6.wmf"/><Relationship Id="rId12" Type="http://schemas.openxmlformats.org/officeDocument/2006/relationships/oleObject" Target="../embeddings/oleObject16.bin"/><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oleObject" Target="../embeddings/oleObject13.bin"/><Relationship Id="rId11" Type="http://schemas.openxmlformats.org/officeDocument/2006/relationships/image" Target="../media/image18.wmf"/><Relationship Id="rId5" Type="http://schemas.openxmlformats.org/officeDocument/2006/relationships/image" Target="../media/image15.w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17.wmf"/></Relationships>
</file>

<file path=ppt/slides/_rels/slide8.x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21.wmf"/><Relationship Id="rId4" Type="http://schemas.openxmlformats.org/officeDocument/2006/relationships/oleObject" Target="../embeddings/oleObject18.bin"/></Relationships>
</file>

<file path=ppt/slides/_rels/slide9.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25.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28.wmf"/><Relationship Id="rId2" Type="http://schemas.openxmlformats.org/officeDocument/2006/relationships/image" Target="../media/image23.png"/><Relationship Id="rId16" Type="http://schemas.openxmlformats.org/officeDocument/2006/relationships/image" Target="../media/image30.wmf"/><Relationship Id="rId1" Type="http://schemas.openxmlformats.org/officeDocument/2006/relationships/slideLayout" Target="../slideLayouts/slideLayout2.xml"/><Relationship Id="rId6" Type="http://schemas.openxmlformats.org/officeDocument/2006/relationships/image" Target="../media/image25.w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6.bin"/><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23.bin"/><Relationship Id="rId14" Type="http://schemas.openxmlformats.org/officeDocument/2006/relationships/image" Target="../media/image29.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27.bin"/><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wmf"/><Relationship Id="rId4" Type="http://schemas.openxmlformats.org/officeDocument/2006/relationships/oleObject" Target="../embeddings/oleObject28.bin"/></Relationships>
</file>

<file path=ppt/slides/_rels/slide15.xml.rels><?xml version="1.0" encoding="UTF-8" standalone="yes"?>
<Relationships xmlns="http://schemas.openxmlformats.org/package/2006/relationships"><Relationship Id="rId3" Type="http://schemas.openxmlformats.org/officeDocument/2006/relationships/image" Target="../media/image38.wmf"/><Relationship Id="rId7" Type="http://schemas.openxmlformats.org/officeDocument/2006/relationships/image" Target="../media/image41.wmf"/><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30.bin"/><Relationship Id="rId5" Type="http://schemas.openxmlformats.org/officeDocument/2006/relationships/image" Target="../media/image40.wmf"/><Relationship Id="rId4" Type="http://schemas.openxmlformats.org/officeDocument/2006/relationships/oleObject" Target="../embeddings/oleObject29.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image" Target="../media/image42.wmf"/><Relationship Id="rId7" Type="http://schemas.openxmlformats.org/officeDocument/2006/relationships/image" Target="../media/image41.wmf"/><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oleObject" Target="../embeddings/oleObject33.bin"/><Relationship Id="rId5" Type="http://schemas.openxmlformats.org/officeDocument/2006/relationships/image" Target="../media/image43.wmf"/><Relationship Id="rId4" Type="http://schemas.openxmlformats.org/officeDocument/2006/relationships/oleObject" Target="../embeddings/oleObject32.bin"/><Relationship Id="rId9" Type="http://schemas.openxmlformats.org/officeDocument/2006/relationships/image" Target="../media/image44.wmf"/></Relationships>
</file>

<file path=ppt/slides/_rels/slide17.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7.wmf"/><Relationship Id="rId5" Type="http://schemas.openxmlformats.org/officeDocument/2006/relationships/oleObject" Target="../embeddings/oleObject36.bin"/><Relationship Id="rId4" Type="http://schemas.openxmlformats.org/officeDocument/2006/relationships/image" Target="../media/image46.wmf"/></Relationships>
</file>

<file path=ppt/slides/_rels/slide18.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image" Target="../media/image49.wmf"/><Relationship Id="rId7" Type="http://schemas.openxmlformats.org/officeDocument/2006/relationships/oleObject" Target="../embeddings/oleObject40.bin"/><Relationship Id="rId2" Type="http://schemas.openxmlformats.org/officeDocument/2006/relationships/oleObject" Target="../embeddings/oleObject38.bin"/><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wmf"/><Relationship Id="rId4" Type="http://schemas.openxmlformats.org/officeDocument/2006/relationships/oleObject" Target="../embeddings/oleObject39.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4.wmf"/><Relationship Id="rId5" Type="http://schemas.openxmlformats.org/officeDocument/2006/relationships/oleObject" Target="../embeddings/oleObject42.bin"/><Relationship Id="rId4" Type="http://schemas.openxmlformats.org/officeDocument/2006/relationships/image" Target="../media/image52.wmf"/></Relationships>
</file>

<file path=ppt/slides/_rels/slide20.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image" Target="../media/image55.wmf"/><Relationship Id="rId7" Type="http://schemas.openxmlformats.org/officeDocument/2006/relationships/oleObject" Target="../embeddings/oleObject45.bin"/><Relationship Id="rId2"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image" Target="../media/image56.wmf"/><Relationship Id="rId5" Type="http://schemas.openxmlformats.org/officeDocument/2006/relationships/oleObject" Target="../embeddings/oleObject44.bin"/><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image" Target="../media/image67.wmf"/><Relationship Id="rId7" Type="http://schemas.openxmlformats.org/officeDocument/2006/relationships/image" Target="../media/image69.wmf"/><Relationship Id="rId2" Type="http://schemas.openxmlformats.org/officeDocument/2006/relationships/oleObject" Target="../embeddings/oleObject46.bin"/><Relationship Id="rId1" Type="http://schemas.openxmlformats.org/officeDocument/2006/relationships/slideLayout" Target="../slideLayouts/slideLayout2.xml"/><Relationship Id="rId6" Type="http://schemas.openxmlformats.org/officeDocument/2006/relationships/oleObject" Target="../embeddings/oleObject48.bin"/><Relationship Id="rId11" Type="http://schemas.openxmlformats.org/officeDocument/2006/relationships/image" Target="../media/image71.wmf"/><Relationship Id="rId5" Type="http://schemas.openxmlformats.org/officeDocument/2006/relationships/image" Target="../media/image68.wmf"/><Relationship Id="rId10" Type="http://schemas.openxmlformats.org/officeDocument/2006/relationships/oleObject" Target="../embeddings/oleObject50.bin"/><Relationship Id="rId4" Type="http://schemas.openxmlformats.org/officeDocument/2006/relationships/oleObject" Target="../embeddings/oleObject47.bin"/><Relationship Id="rId9" Type="http://schemas.openxmlformats.org/officeDocument/2006/relationships/image" Target="../media/image70.wmf"/></Relationships>
</file>

<file path=ppt/slides/_rels/slide2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4.wmf"/><Relationship Id="rId4" Type="http://schemas.openxmlformats.org/officeDocument/2006/relationships/oleObject" Target="../embeddings/oleObject51.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79.wmf"/><Relationship Id="rId18" Type="http://schemas.openxmlformats.org/officeDocument/2006/relationships/oleObject" Target="../embeddings/oleObject59.bin"/><Relationship Id="rId26" Type="http://schemas.openxmlformats.org/officeDocument/2006/relationships/image" Target="../media/image86.wmf"/><Relationship Id="rId3" Type="http://schemas.openxmlformats.org/officeDocument/2006/relationships/image" Target="../media/image67.wmf"/><Relationship Id="rId21" Type="http://schemas.openxmlformats.org/officeDocument/2006/relationships/image" Target="../media/image83.wmf"/><Relationship Id="rId7" Type="http://schemas.openxmlformats.org/officeDocument/2006/relationships/image" Target="../media/image76.wmf"/><Relationship Id="rId12" Type="http://schemas.openxmlformats.org/officeDocument/2006/relationships/oleObject" Target="../embeddings/oleObject56.bin"/><Relationship Id="rId17" Type="http://schemas.openxmlformats.org/officeDocument/2006/relationships/image" Target="../media/image81.wmf"/><Relationship Id="rId25" Type="http://schemas.openxmlformats.org/officeDocument/2006/relationships/oleObject" Target="../embeddings/oleObject62.bin"/><Relationship Id="rId2" Type="http://schemas.openxmlformats.org/officeDocument/2006/relationships/oleObject" Target="../embeddings/oleObject46.bin"/><Relationship Id="rId16" Type="http://schemas.openxmlformats.org/officeDocument/2006/relationships/oleObject" Target="../embeddings/oleObject58.bin"/><Relationship Id="rId20" Type="http://schemas.openxmlformats.org/officeDocument/2006/relationships/oleObject" Target="../embeddings/oleObject60.bin"/><Relationship Id="rId29" Type="http://schemas.openxmlformats.org/officeDocument/2006/relationships/oleObject" Target="../embeddings/oleObject64.bin"/><Relationship Id="rId1" Type="http://schemas.openxmlformats.org/officeDocument/2006/relationships/slideLayout" Target="../slideLayouts/slideLayout2.xml"/><Relationship Id="rId6" Type="http://schemas.openxmlformats.org/officeDocument/2006/relationships/oleObject" Target="../embeddings/oleObject53.bin"/><Relationship Id="rId11" Type="http://schemas.openxmlformats.org/officeDocument/2006/relationships/image" Target="../media/image78.wmf"/><Relationship Id="rId24" Type="http://schemas.openxmlformats.org/officeDocument/2006/relationships/image" Target="../media/image85.emf"/><Relationship Id="rId32" Type="http://schemas.openxmlformats.org/officeDocument/2006/relationships/image" Target="../media/image89.wmf"/><Relationship Id="rId5" Type="http://schemas.openxmlformats.org/officeDocument/2006/relationships/image" Target="../media/image75.wmf"/><Relationship Id="rId15" Type="http://schemas.openxmlformats.org/officeDocument/2006/relationships/image" Target="../media/image80.wmf"/><Relationship Id="rId23" Type="http://schemas.openxmlformats.org/officeDocument/2006/relationships/image" Target="../media/image84.wmf"/><Relationship Id="rId28" Type="http://schemas.openxmlformats.org/officeDocument/2006/relationships/image" Target="../media/image87.wmf"/><Relationship Id="rId10" Type="http://schemas.openxmlformats.org/officeDocument/2006/relationships/oleObject" Target="../embeddings/oleObject55.bin"/><Relationship Id="rId19" Type="http://schemas.openxmlformats.org/officeDocument/2006/relationships/image" Target="../media/image82.wmf"/><Relationship Id="rId31" Type="http://schemas.openxmlformats.org/officeDocument/2006/relationships/oleObject" Target="../embeddings/oleObject65.bin"/><Relationship Id="rId4" Type="http://schemas.openxmlformats.org/officeDocument/2006/relationships/oleObject" Target="../embeddings/oleObject52.bin"/><Relationship Id="rId9" Type="http://schemas.openxmlformats.org/officeDocument/2006/relationships/image" Target="../media/image77.wmf"/><Relationship Id="rId14" Type="http://schemas.openxmlformats.org/officeDocument/2006/relationships/oleObject" Target="../embeddings/oleObject57.bin"/><Relationship Id="rId22" Type="http://schemas.openxmlformats.org/officeDocument/2006/relationships/oleObject" Target="../embeddings/oleObject61.bin"/><Relationship Id="rId27" Type="http://schemas.openxmlformats.org/officeDocument/2006/relationships/oleObject" Target="../embeddings/oleObject63.bin"/><Relationship Id="rId30" Type="http://schemas.openxmlformats.org/officeDocument/2006/relationships/image" Target="../media/image88.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image" Target="../media/image67.wmf"/><Relationship Id="rId7" Type="http://schemas.openxmlformats.org/officeDocument/2006/relationships/image" Target="../media/image90.wmf"/><Relationship Id="rId2" Type="http://schemas.openxmlformats.org/officeDocument/2006/relationships/oleObject" Target="../embeddings/oleObject46.bin"/><Relationship Id="rId1" Type="http://schemas.openxmlformats.org/officeDocument/2006/relationships/slideLayout" Target="../slideLayouts/slideLayout2.xml"/><Relationship Id="rId6" Type="http://schemas.openxmlformats.org/officeDocument/2006/relationships/oleObject" Target="../embeddings/oleObject66.bin"/><Relationship Id="rId5" Type="http://schemas.openxmlformats.org/officeDocument/2006/relationships/image" Target="../media/image75.wmf"/><Relationship Id="rId4" Type="http://schemas.openxmlformats.org/officeDocument/2006/relationships/oleObject" Target="../embeddings/oleObject52.bin"/><Relationship Id="rId9" Type="http://schemas.openxmlformats.org/officeDocument/2006/relationships/image" Target="../media/image9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4000"/>
              <a:t>平行束和扇形束算法的转换</a:t>
            </a:r>
          </a:p>
        </p:txBody>
      </p:sp>
      <p:sp>
        <p:nvSpPr>
          <p:cNvPr id="3" name="副标题 2"/>
          <p:cNvSpPr>
            <a:spLocks noGrp="1"/>
          </p:cNvSpPr>
          <p:nvPr>
            <p:ph type="subTitle" idx="1"/>
          </p:nvPr>
        </p:nvSpPr>
        <p:spPr/>
        <p:txBody>
          <a:bodyPr/>
          <a:lstStyle/>
          <a:p>
            <a:pPr algn="r"/>
            <a:endParaRPr lang="en-US" altLang="zh-CN"/>
          </a:p>
          <a:p>
            <a:pPr algn="r"/>
            <a:r>
              <a:rPr lang="en-US" altLang="zh-CN"/>
              <a:t>16</a:t>
            </a:r>
            <a:r>
              <a:rPr lang="zh-CN" altLang="en-US"/>
              <a:t>级 曹婷婷、敖经盛</a:t>
            </a:r>
          </a:p>
          <a:p>
            <a:pPr algn="r"/>
            <a:r>
              <a:rPr lang="en-US" altLang="zh-CN"/>
              <a:t>2017</a:t>
            </a:r>
            <a:r>
              <a:rPr lang="zh-CN" altLang="en-US"/>
              <a:t>年</a:t>
            </a:r>
            <a:r>
              <a:rPr lang="en-US" altLang="zh-CN"/>
              <a:t>7</a:t>
            </a:r>
            <a:r>
              <a:rPr lang="zh-CN" altLang="en-US"/>
              <a:t>月</a:t>
            </a:r>
          </a:p>
        </p:txBody>
      </p:sp>
      <p:sp>
        <p:nvSpPr>
          <p:cNvPr id="4" name="灯片编号占位符 3"/>
          <p:cNvSpPr>
            <a:spLocks noGrp="1"/>
          </p:cNvSpPr>
          <p:nvPr>
            <p:ph type="sldNum" sz="quarter" idx="12"/>
          </p:nvPr>
        </p:nvSpPr>
        <p:spPr/>
        <p:txBody>
          <a:bodyPr/>
          <a:lstStyle/>
          <a:p>
            <a:fld id="{7D9BB5D0-35E4-459D-AEF3-FE4D7C45CC19}" type="slidenum">
              <a:rPr lang="zh-CN" altLang="en-US" smtClean="0"/>
              <a:t>1</a:t>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fontAlgn="auto"/>
            <a:r>
              <a:rPr lang="zh-CN" altLang="en-US">
                <a:sym typeface="+mn-ea"/>
              </a:rPr>
              <a:t>平行束图像重建</a:t>
            </a:r>
            <a:r>
              <a:rPr lang="en-US" altLang="zh-CN">
                <a:sym typeface="+mn-ea"/>
              </a:rPr>
              <a:t>(FBP)</a:t>
            </a:r>
            <a:endParaRPr lang="en-US" altLang="zh-CN" strike="noStrike" noProof="1">
              <a:sym typeface="+mn-ea"/>
            </a:endParaRPr>
          </a:p>
          <a:p>
            <a:pPr marL="0" indent="0" fontAlgn="auto">
              <a:buNone/>
            </a:pPr>
            <a:endParaRPr lang="zh-CN" altLang="en-US" strike="noStrike" noProof="1"/>
          </a:p>
          <a:p>
            <a:pPr fontAlgn="auto"/>
            <a:r>
              <a:rPr lang="zh-CN" altLang="en-US">
                <a:sym typeface="+mn-ea"/>
              </a:rPr>
              <a:t>扇形束图像重建</a:t>
            </a:r>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平行束图像重建</a:t>
            </a:r>
            <a:br>
              <a:rPr lang="zh-CN" altLang="en-US">
                <a:sym typeface="+mn-ea"/>
              </a:rPr>
            </a:br>
            <a:endParaRPr lang="zh-CN" altLang="en-US"/>
          </a:p>
        </p:txBody>
      </p:sp>
      <p:sp>
        <p:nvSpPr>
          <p:cNvPr id="3" name="内容占位符 2"/>
          <p:cNvSpPr>
            <a:spLocks noGrp="1"/>
          </p:cNvSpPr>
          <p:nvPr>
            <p:ph idx="1"/>
          </p:nvPr>
        </p:nvSpPr>
        <p:spPr/>
        <p:txBody>
          <a:bodyPr/>
          <a:lstStyle/>
          <a:p>
            <a:r>
              <a:rPr lang="en-US" altLang="zh-CN">
                <a:sym typeface="+mn-ea"/>
              </a:rPr>
              <a:t>1</a:t>
            </a:r>
            <a:r>
              <a:rPr lang="zh-CN" altLang="en-US">
                <a:sym typeface="+mn-ea"/>
              </a:rPr>
              <a:t>、图像重建的基本原理</a:t>
            </a:r>
            <a:br>
              <a:rPr lang="zh-CN" altLang="en-US">
                <a:sym typeface="+mn-ea"/>
              </a:rPr>
            </a:br>
            <a:r>
              <a:rPr lang="zh-CN" altLang="en-US">
                <a:sym typeface="+mn-ea"/>
              </a:rPr>
              <a:t>      </a:t>
            </a:r>
            <a:r>
              <a:rPr lang="en-US" altLang="zh-CN" dirty="0">
                <a:latin typeface="Times New Roman" panose="02020603050405020304" pitchFamily="18" charset="0"/>
                <a:ea typeface="宋体" panose="02010600030101010101" pitchFamily="2" charset="-122"/>
                <a:sym typeface="+mn-ea"/>
              </a:rPr>
              <a:t>CT</a:t>
            </a:r>
            <a:r>
              <a:rPr lang="zh-CN" altLang="en-US" dirty="0">
                <a:latin typeface="Times New Roman" panose="02020603050405020304" pitchFamily="18" charset="0"/>
                <a:ea typeface="宋体" panose="02010600030101010101" pitchFamily="2" charset="-122"/>
                <a:sym typeface="+mn-ea"/>
              </a:rPr>
              <a:t>中用探测器测量</a:t>
            </a:r>
            <a:r>
              <a:rPr lang="en-US" altLang="zh-CN" dirty="0">
                <a:latin typeface="Times New Roman" panose="02020603050405020304" pitchFamily="18" charset="0"/>
                <a:ea typeface="宋体" panose="02010600030101010101" pitchFamily="2" charset="-122"/>
                <a:sym typeface="+mn-ea"/>
              </a:rPr>
              <a:t>X</a:t>
            </a:r>
            <a:r>
              <a:rPr lang="zh-CN" altLang="en-US" dirty="0">
                <a:latin typeface="Times New Roman" panose="02020603050405020304" pitchFamily="18" charset="0"/>
                <a:ea typeface="宋体" panose="02010600030101010101" pitchFamily="2" charset="-122"/>
                <a:sym typeface="+mn-ea"/>
              </a:rPr>
              <a:t>射线透过人体后的强度值，即为</a:t>
            </a:r>
            <a:r>
              <a:rPr lang="en-US" altLang="zh-CN" dirty="0">
                <a:latin typeface="Times New Roman" panose="02020603050405020304" pitchFamily="18" charset="0"/>
                <a:ea typeface="宋体" panose="02010600030101010101" pitchFamily="2" charset="-122"/>
                <a:sym typeface="+mn-ea"/>
              </a:rPr>
              <a:t>X</a:t>
            </a:r>
            <a:r>
              <a:rPr lang="zh-CN" altLang="en-US" dirty="0">
                <a:latin typeface="Times New Roman" panose="02020603050405020304" pitchFamily="18" charset="0"/>
                <a:ea typeface="宋体" panose="02010600030101010101" pitchFamily="2" charset="-122"/>
                <a:sym typeface="+mn-ea"/>
              </a:rPr>
              <a:t>射线与人体相互作用后沿某一方向的线积分（投影）。</a:t>
            </a:r>
          </a:p>
          <a:p>
            <a:r>
              <a:rPr lang="en-US" altLang="zh-CN">
                <a:sym typeface="+mn-ea"/>
              </a:rPr>
              <a:t>x</a:t>
            </a:r>
            <a:r>
              <a:rPr lang="zh-CN" altLang="zh-CN">
                <a:sym typeface="+mn-ea"/>
              </a:rPr>
              <a:t>射线扫描通过路径后</a:t>
            </a:r>
          </a:p>
          <a:p>
            <a:endParaRPr lang="zh-CN" altLang="zh-CN" strike="noStrike" noProof="1">
              <a:sym typeface="+mn-ea"/>
            </a:endParaRPr>
          </a:p>
          <a:p>
            <a:pPr marL="0" indent="0" fontAlgn="auto">
              <a:buNone/>
            </a:pPr>
            <a:r>
              <a:rPr lang="zh-CN" altLang="zh-CN">
                <a:sym typeface="+mn-ea"/>
              </a:rPr>
              <a:t>  其中</a:t>
            </a:r>
            <a:r>
              <a:rPr lang="en-US" altLang="zh-CN">
                <a:sym typeface="+mn-ea"/>
              </a:rPr>
              <a:t>P</a:t>
            </a:r>
            <a:r>
              <a:rPr lang="zh-CN" altLang="en-US">
                <a:sym typeface="+mn-ea"/>
              </a:rPr>
              <a:t>为投影值</a:t>
            </a:r>
            <a:endParaRPr lang="zh-CN" altLang="en-US" strike="noStrike" noProof="1"/>
          </a:p>
          <a:p>
            <a:pPr marL="0" indent="0" fontAlgn="auto">
              <a:buNone/>
            </a:pPr>
            <a:r>
              <a:rPr lang="zh-CN" altLang="en-US">
                <a:sym typeface="+mn-ea"/>
              </a:rPr>
              <a:t>  基本出发点是：寻求衰减系数 </a:t>
            </a:r>
            <a:r>
              <a:rPr lang="en-US" altLang="zh-CN">
                <a:sym typeface="+mn-ea"/>
              </a:rPr>
              <a:t>μ</a:t>
            </a:r>
            <a:r>
              <a:rPr lang="zh-CN" altLang="en-US">
                <a:sym typeface="+mn-ea"/>
              </a:rPr>
              <a:t> 分布。</a:t>
            </a:r>
            <a:endParaRPr lang="zh-CN" altLang="zh-CN" strike="noStrike" noProof="1">
              <a:sym typeface="+mn-ea"/>
            </a:endParaRPr>
          </a:p>
          <a:p>
            <a:endParaRPr lang="zh-CN" altLang="en-US"/>
          </a:p>
        </p:txBody>
      </p:sp>
      <p:graphicFrame>
        <p:nvGraphicFramePr>
          <p:cNvPr id="5123" name="对象 1">
            <a:hlinkClick r:id="" action="ppaction://ole?verb=0"/>
          </p:cNvPr>
          <p:cNvGraphicFramePr>
            <a:graphicFrameLocks noChangeAspect="1"/>
          </p:cNvGraphicFramePr>
          <p:nvPr/>
        </p:nvGraphicFramePr>
        <p:xfrm>
          <a:off x="3319463" y="4022725"/>
          <a:ext cx="2195512" cy="733425"/>
        </p:xfrm>
        <a:graphic>
          <a:graphicData uri="http://schemas.openxmlformats.org/presentationml/2006/ole">
            <mc:AlternateContent xmlns:mc="http://schemas.openxmlformats.org/markup-compatibility/2006">
              <mc:Choice xmlns:v="urn:schemas-microsoft-com:vml" Requires="v">
                <p:oleObj r:id="rId2" imgW="1181100" imgH="393700" progId="Equation.KSEE3">
                  <p:embed/>
                </p:oleObj>
              </mc:Choice>
              <mc:Fallback>
                <p:oleObj r:id="rId2" imgW="1181100" imgH="393700" progId="Equation.KSEE3">
                  <p:embed/>
                  <p:pic>
                    <p:nvPicPr>
                      <p:cNvPr id="0" name="图片 3075"/>
                      <p:cNvPicPr/>
                      <p:nvPr/>
                    </p:nvPicPr>
                    <p:blipFill>
                      <a:blip r:embed="rId3"/>
                      <a:stretch>
                        <a:fillRect/>
                      </a:stretch>
                    </p:blipFill>
                    <p:spPr>
                      <a:xfrm>
                        <a:off x="3319463" y="4022725"/>
                        <a:ext cx="2195512" cy="733425"/>
                      </a:xfrm>
                      <a:prstGeom prst="rect">
                        <a:avLst/>
                      </a:prstGeom>
                      <a:noFill/>
                      <a:ln w="38100">
                        <a:noFill/>
                        <a:miter/>
                      </a:ln>
                    </p:spPr>
                  </p:pic>
                </p:oleObj>
              </mc:Fallback>
            </mc:AlternateContent>
          </a:graphicData>
        </a:graphic>
      </p:graphicFrame>
      <p:sp>
        <p:nvSpPr>
          <p:cNvPr id="4" name="灯片编号占位符 3"/>
          <p:cNvSpPr>
            <a:spLocks noGrp="1"/>
          </p:cNvSpPr>
          <p:nvPr>
            <p:ph type="sldNum" sz="quarter" idx="12"/>
          </p:nvPr>
        </p:nvSpPr>
        <p:spPr/>
        <p:txBody>
          <a:bodyPr/>
          <a:lstStyle/>
          <a:p>
            <a:fld id="{7D9BB5D0-35E4-459D-AEF3-FE4D7C45CC19}" type="slidenum">
              <a:rPr lang="zh-CN" altLang="en-US" smtClean="0"/>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rcRect r="543" b="3323"/>
          <a:stretch>
            <a:fillRect/>
          </a:stretch>
        </p:blipFill>
        <p:spPr>
          <a:xfrm>
            <a:off x="257810" y="336550"/>
            <a:ext cx="5785485" cy="3919220"/>
          </a:xfrm>
          <a:prstGeom prst="rect">
            <a:avLst/>
          </a:prstGeom>
        </p:spPr>
      </p:pic>
      <p:graphicFrame>
        <p:nvGraphicFramePr>
          <p:cNvPr id="7171" name="对象 14">
            <a:hlinkClick r:id="" action="ppaction://ole?verb=0"/>
          </p:cNvPr>
          <p:cNvGraphicFramePr>
            <a:graphicFrameLocks noChangeAspect="1"/>
          </p:cNvGraphicFramePr>
          <p:nvPr/>
        </p:nvGraphicFramePr>
        <p:xfrm>
          <a:off x="257493" y="4585811"/>
          <a:ext cx="4943475" cy="569595"/>
        </p:xfrm>
        <a:graphic>
          <a:graphicData uri="http://schemas.openxmlformats.org/presentationml/2006/ole">
            <mc:AlternateContent xmlns:mc="http://schemas.openxmlformats.org/markup-compatibility/2006">
              <mc:Choice xmlns:v="urn:schemas-microsoft-com:vml" Requires="v">
                <p:oleObj r:id="rId3" imgW="1765300" imgH="203200" progId="Equation.KSEE3">
                  <p:embed/>
                </p:oleObj>
              </mc:Choice>
              <mc:Fallback>
                <p:oleObj r:id="rId3" imgW="1765300" imgH="203200" progId="Equation.KSEE3">
                  <p:embed/>
                  <p:pic>
                    <p:nvPicPr>
                      <p:cNvPr id="0" name="图片 3087"/>
                      <p:cNvPicPr/>
                      <p:nvPr/>
                    </p:nvPicPr>
                    <p:blipFill>
                      <a:blip r:embed="rId4"/>
                      <a:stretch>
                        <a:fillRect/>
                      </a:stretch>
                    </p:blipFill>
                    <p:spPr>
                      <a:xfrm>
                        <a:off x="257493" y="4585811"/>
                        <a:ext cx="4943475" cy="569595"/>
                      </a:xfrm>
                      <a:prstGeom prst="rect">
                        <a:avLst/>
                      </a:prstGeom>
                      <a:noFill/>
                      <a:ln w="38100">
                        <a:noFill/>
                        <a:miter/>
                      </a:ln>
                    </p:spPr>
                  </p:pic>
                </p:oleObj>
              </mc:Fallback>
            </mc:AlternateContent>
          </a:graphicData>
        </a:graphic>
      </p:graphicFrame>
      <p:sp>
        <p:nvSpPr>
          <p:cNvPr id="6" name="文本框 5"/>
          <p:cNvSpPr txBox="1"/>
          <p:nvPr/>
        </p:nvSpPr>
        <p:spPr>
          <a:xfrm>
            <a:off x="257810" y="5334635"/>
            <a:ext cx="8504555" cy="922020"/>
          </a:xfrm>
          <a:prstGeom prst="rect">
            <a:avLst/>
          </a:prstGeom>
          <a:noFill/>
        </p:spPr>
        <p:txBody>
          <a:bodyPr wrap="square" rtlCol="0" anchor="t">
            <a:spAutoFit/>
          </a:bodyPr>
          <a:lstStyle/>
          <a:p>
            <a:pPr lvl="0" fontAlgn="auto">
              <a:lnSpc>
                <a:spcPct val="150000"/>
              </a:lnSpc>
            </a:pPr>
            <a:r>
              <a:rPr lang="zh-CN" altLang="en-US" b="1" dirty="0">
                <a:solidFill>
                  <a:srgbClr val="FF3300"/>
                </a:solidFill>
                <a:sym typeface="+mn-ea"/>
              </a:rPr>
              <a:t>中心切片定理</a:t>
            </a:r>
            <a:r>
              <a:rPr lang="en-US" altLang="zh-CN" b="1" dirty="0">
                <a:solidFill>
                  <a:srgbClr val="FF3300"/>
                </a:solidFill>
                <a:sym typeface="+mn-ea"/>
              </a:rPr>
              <a:t>: </a:t>
            </a:r>
            <a:r>
              <a:rPr lang="zh-CN" altLang="en-US" dirty="0">
                <a:sym typeface="+mn-ea"/>
              </a:rPr>
              <a:t>二维图像的一维投影（线积分）的傅立叶变换，恰好等于图像本身的二维傅立叶变换的一个特定截面。</a:t>
            </a:r>
            <a:endParaRPr lang="zh-CN" altLang="en-US"/>
          </a:p>
        </p:txBody>
      </p:sp>
      <p:sp>
        <p:nvSpPr>
          <p:cNvPr id="2" name="灯片编号占位符 1"/>
          <p:cNvSpPr>
            <a:spLocks noGrp="1"/>
          </p:cNvSpPr>
          <p:nvPr>
            <p:ph type="sldNum" sz="quarter" idx="12"/>
          </p:nvPr>
        </p:nvSpPr>
        <p:spPr/>
        <p:txBody>
          <a:bodyPr/>
          <a:lstStyle/>
          <a:p>
            <a:fld id="{7D9BB5D0-35E4-459D-AEF3-FE4D7C45CC19}" type="slidenum">
              <a:rPr lang="zh-CN" altLang="en-US" smtClean="0"/>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96265" y="473710"/>
            <a:ext cx="7605395" cy="3851910"/>
          </a:xfrm>
          <a:prstGeom prst="rect">
            <a:avLst/>
          </a:prstGeom>
        </p:spPr>
      </p:pic>
      <p:sp>
        <p:nvSpPr>
          <p:cNvPr id="6" name="文本框 5"/>
          <p:cNvSpPr txBox="1"/>
          <p:nvPr/>
        </p:nvSpPr>
        <p:spPr>
          <a:xfrm>
            <a:off x="658495" y="5315585"/>
            <a:ext cx="7480300" cy="645160"/>
          </a:xfrm>
          <a:prstGeom prst="rect">
            <a:avLst/>
          </a:prstGeom>
          <a:noFill/>
        </p:spPr>
        <p:txBody>
          <a:bodyPr wrap="square" rtlCol="0" anchor="t">
            <a:spAutoFit/>
          </a:bodyPr>
          <a:lstStyle/>
          <a:p>
            <a:r>
              <a:rPr lang="zh-CN" altLang="en-US" dirty="0">
                <a:sym typeface="Symbol" panose="05050102010706020507" pitchFamily="18" charset="2"/>
              </a:rPr>
              <a:t> 通过转动投影方向，可以得到各个方向上傅立叶变换的特定截面，从而获得整个二维平面的傅立叶变换，最后由傅立叶逆变换得到重建的图像</a:t>
            </a:r>
            <a:endParaRPr lang="zh-CN" altLang="en-US"/>
          </a:p>
        </p:txBody>
      </p:sp>
      <p:sp>
        <p:nvSpPr>
          <p:cNvPr id="2" name="灯片编号占位符 1"/>
          <p:cNvSpPr>
            <a:spLocks noGrp="1"/>
          </p:cNvSpPr>
          <p:nvPr>
            <p:ph type="sldNum" sz="quarter" idx="12"/>
          </p:nvPr>
        </p:nvSpPr>
        <p:spPr/>
        <p:txBody>
          <a:bodyPr/>
          <a:lstStyle/>
          <a:p>
            <a:fld id="{7D9BB5D0-35E4-459D-AEF3-FE4D7C45CC19}" type="slidenum">
              <a:rPr lang="zh-CN" altLang="en-US" smtClean="0"/>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92785" y="375285"/>
            <a:ext cx="2494280" cy="460375"/>
          </a:xfrm>
          <a:prstGeom prst="rect">
            <a:avLst/>
          </a:prstGeom>
          <a:noFill/>
        </p:spPr>
        <p:txBody>
          <a:bodyPr wrap="square" rtlCol="0" anchor="t">
            <a:spAutoFit/>
          </a:bodyPr>
          <a:lstStyle/>
          <a:p>
            <a:r>
              <a:rPr lang="zh-CN" altLang="en-US" sz="2400">
                <a:latin typeface="宋体" panose="02010600030101010101" pitchFamily="2" charset="-122"/>
                <a:ea typeface="宋体" panose="02010600030101010101" pitchFamily="2" charset="-122"/>
                <a:sym typeface="+mn-ea"/>
              </a:rPr>
              <a:t>平行束图像重建</a:t>
            </a:r>
            <a:endParaRPr lang="zh-CN" altLang="en-US" sz="2400"/>
          </a:p>
        </p:txBody>
      </p:sp>
      <p:sp>
        <p:nvSpPr>
          <p:cNvPr id="9218" name="内容占位符 2"/>
          <p:cNvSpPr>
            <a:spLocks noGrp="1"/>
          </p:cNvSpPr>
          <p:nvPr>
            <p:ph idx="1"/>
          </p:nvPr>
        </p:nvSpPr>
        <p:spPr>
          <a:xfrm>
            <a:off x="90170" y="1252538"/>
            <a:ext cx="10515600" cy="4351338"/>
          </a:xfrm>
        </p:spPr>
        <p:txBody>
          <a:bodyPr lIns="91440" tIns="45720" rIns="91440" bIns="45720" anchor="t"/>
          <a:lstStyle/>
          <a:p>
            <a:pPr marL="0" indent="0" fontAlgn="auto">
              <a:buNone/>
            </a:pPr>
            <a:r>
              <a:rPr lang="zh-CN" altLang="en-US" strike="noStrike" noProof="1"/>
              <a:t>滤波反投影法（</a:t>
            </a:r>
            <a:r>
              <a:rPr lang="en-US" altLang="zh-CN" strike="noStrike" noProof="1"/>
              <a:t>FBP)</a:t>
            </a:r>
          </a:p>
          <a:p>
            <a:pPr fontAlgn="auto"/>
            <a:r>
              <a:rPr lang="zh-CN" altLang="en-US" strike="noStrike" noProof="1"/>
              <a:t>（</a:t>
            </a:r>
            <a:r>
              <a:rPr lang="en-US" altLang="zh-CN" strike="noStrike" noProof="1"/>
              <a:t>1</a:t>
            </a:r>
            <a:r>
              <a:rPr lang="zh-CN" altLang="en-US" strike="noStrike" noProof="1"/>
              <a:t>）求投影数据            的以</a:t>
            </a:r>
            <a:r>
              <a:rPr lang="en-US" altLang="zh-CN" strike="noStrike" noProof="1"/>
              <a:t>s</a:t>
            </a:r>
            <a:r>
              <a:rPr lang="zh-CN" altLang="en-US" strike="noStrike" noProof="1"/>
              <a:t>为变量的一维傅里叶变换，</a:t>
            </a:r>
            <a:br>
              <a:rPr lang="zh-CN" altLang="en-US" strike="noStrike" noProof="1"/>
            </a:br>
            <a:r>
              <a:rPr lang="zh-CN" altLang="en-US" strike="noStrike" noProof="1"/>
              <a:t>得到</a:t>
            </a:r>
          </a:p>
          <a:p>
            <a:pPr fontAlgn="auto"/>
            <a:r>
              <a:rPr lang="zh-CN" altLang="en-US" strike="noStrike" noProof="1"/>
              <a:t>（</a:t>
            </a:r>
            <a:r>
              <a:rPr lang="en-US" altLang="zh-CN" strike="noStrike" noProof="1"/>
              <a:t>2</a:t>
            </a:r>
            <a:r>
              <a:rPr lang="zh-CN" altLang="en-US" strike="noStrike" noProof="1"/>
              <a:t>）对           乘以斜波滤波器的传递函数     ，得到</a:t>
            </a:r>
          </a:p>
          <a:p>
            <a:pPr marL="0" indent="0" fontAlgn="auto">
              <a:buNone/>
            </a:pPr>
            <a:endParaRPr lang="zh-CN" altLang="en-US" strike="noStrike" noProof="1"/>
          </a:p>
          <a:p>
            <a:pPr fontAlgn="auto"/>
            <a:r>
              <a:rPr lang="zh-CN" altLang="en-US" strike="noStrike" noProof="1"/>
              <a:t>（</a:t>
            </a:r>
            <a:r>
              <a:rPr lang="en-US" altLang="zh-CN" strike="noStrike" noProof="1"/>
              <a:t>3</a:t>
            </a:r>
            <a:r>
              <a:rPr lang="zh-CN" altLang="en-US" strike="noStrike" noProof="1"/>
              <a:t>）求           的以    为变量的以为傅里叶反变换，得到         </a:t>
            </a:r>
            <a:endParaRPr lang="en-US" altLang="zh-CN" strike="noStrike" noProof="1"/>
          </a:p>
        </p:txBody>
      </p:sp>
      <p:graphicFrame>
        <p:nvGraphicFramePr>
          <p:cNvPr id="9219" name="对象 3">
            <a:hlinkClick r:id="" action="ppaction://ole?verb=0"/>
          </p:cNvPr>
          <p:cNvGraphicFramePr>
            <a:graphicFrameLocks noChangeAspect="1"/>
          </p:cNvGraphicFramePr>
          <p:nvPr/>
        </p:nvGraphicFramePr>
        <p:xfrm>
          <a:off x="3187065" y="1799590"/>
          <a:ext cx="768350" cy="382270"/>
        </p:xfrm>
        <a:graphic>
          <a:graphicData uri="http://schemas.openxmlformats.org/presentationml/2006/ole">
            <mc:AlternateContent xmlns:mc="http://schemas.openxmlformats.org/markup-compatibility/2006">
              <mc:Choice xmlns:v="urn:schemas-microsoft-com:vml" Requires="v">
                <p:oleObj r:id="rId2" imgW="457200" imgH="203200" progId="Equation.KSEE3">
                  <p:embed/>
                </p:oleObj>
              </mc:Choice>
              <mc:Fallback>
                <p:oleObj r:id="rId2" imgW="457200" imgH="203200" progId="Equation.KSEE3">
                  <p:embed/>
                  <p:pic>
                    <p:nvPicPr>
                      <p:cNvPr id="0" name="图片 3091"/>
                      <p:cNvPicPr/>
                      <p:nvPr/>
                    </p:nvPicPr>
                    <p:blipFill>
                      <a:blip r:embed="rId3"/>
                      <a:stretch>
                        <a:fillRect/>
                      </a:stretch>
                    </p:blipFill>
                    <p:spPr>
                      <a:xfrm>
                        <a:off x="3187065" y="1799590"/>
                        <a:ext cx="768350" cy="382270"/>
                      </a:xfrm>
                      <a:prstGeom prst="rect">
                        <a:avLst/>
                      </a:prstGeom>
                      <a:noFill/>
                      <a:ln w="38100">
                        <a:noFill/>
                        <a:miter/>
                      </a:ln>
                    </p:spPr>
                  </p:pic>
                </p:oleObj>
              </mc:Fallback>
            </mc:AlternateContent>
          </a:graphicData>
        </a:graphic>
      </p:graphicFrame>
      <p:graphicFrame>
        <p:nvGraphicFramePr>
          <p:cNvPr id="9220" name="对象 4">
            <a:hlinkClick r:id="" action="ppaction://ole?verb=0"/>
          </p:cNvPr>
          <p:cNvGraphicFramePr>
            <a:graphicFrameLocks noChangeAspect="1"/>
          </p:cNvGraphicFramePr>
          <p:nvPr/>
        </p:nvGraphicFramePr>
        <p:xfrm>
          <a:off x="1289685" y="2181543"/>
          <a:ext cx="854075" cy="341312"/>
        </p:xfrm>
        <a:graphic>
          <a:graphicData uri="http://schemas.openxmlformats.org/presentationml/2006/ole">
            <mc:AlternateContent xmlns:mc="http://schemas.openxmlformats.org/markup-compatibility/2006">
              <mc:Choice xmlns:v="urn:schemas-microsoft-com:vml" Requires="v">
                <p:oleObj r:id="rId4" imgW="508000" imgH="203200" progId="Equation.KSEE3">
                  <p:embed/>
                </p:oleObj>
              </mc:Choice>
              <mc:Fallback>
                <p:oleObj r:id="rId4" imgW="508000" imgH="203200" progId="Equation.KSEE3">
                  <p:embed/>
                  <p:pic>
                    <p:nvPicPr>
                      <p:cNvPr id="0" name="图片 3077"/>
                      <p:cNvPicPr/>
                      <p:nvPr/>
                    </p:nvPicPr>
                    <p:blipFill>
                      <a:blip r:embed="rId5"/>
                      <a:stretch>
                        <a:fillRect/>
                      </a:stretch>
                    </p:blipFill>
                    <p:spPr>
                      <a:xfrm>
                        <a:off x="1289685" y="2181543"/>
                        <a:ext cx="854075" cy="341312"/>
                      </a:xfrm>
                      <a:prstGeom prst="rect">
                        <a:avLst/>
                      </a:prstGeom>
                      <a:noFill/>
                      <a:ln w="38100">
                        <a:noFill/>
                        <a:miter/>
                      </a:ln>
                    </p:spPr>
                  </p:pic>
                </p:oleObj>
              </mc:Fallback>
            </mc:AlternateContent>
          </a:graphicData>
        </a:graphic>
      </p:graphicFrame>
      <p:graphicFrame>
        <p:nvGraphicFramePr>
          <p:cNvPr id="9221" name="对象 5">
            <a:hlinkClick r:id="" action="ppaction://ole?verb=0"/>
          </p:cNvPr>
          <p:cNvGraphicFramePr>
            <a:graphicFrameLocks noChangeAspect="1"/>
          </p:cNvGraphicFramePr>
          <p:nvPr/>
        </p:nvGraphicFramePr>
        <p:xfrm>
          <a:off x="1628140" y="2699068"/>
          <a:ext cx="1000125" cy="400050"/>
        </p:xfrm>
        <a:graphic>
          <a:graphicData uri="http://schemas.openxmlformats.org/presentationml/2006/ole">
            <mc:AlternateContent xmlns:mc="http://schemas.openxmlformats.org/markup-compatibility/2006">
              <mc:Choice xmlns:v="urn:schemas-microsoft-com:vml" Requires="v">
                <p:oleObj r:id="rId6" imgW="508000" imgH="203200" progId="Equation.KSEE3">
                  <p:embed/>
                </p:oleObj>
              </mc:Choice>
              <mc:Fallback>
                <p:oleObj r:id="rId6" imgW="508000" imgH="203200" progId="Equation.KSEE3">
                  <p:embed/>
                  <p:pic>
                    <p:nvPicPr>
                      <p:cNvPr id="0" name="图片 3083"/>
                      <p:cNvPicPr/>
                      <p:nvPr/>
                    </p:nvPicPr>
                    <p:blipFill>
                      <a:blip r:embed="rId7"/>
                      <a:stretch>
                        <a:fillRect/>
                      </a:stretch>
                    </p:blipFill>
                    <p:spPr>
                      <a:xfrm>
                        <a:off x="1628140" y="2699068"/>
                        <a:ext cx="1000125" cy="400050"/>
                      </a:xfrm>
                      <a:prstGeom prst="rect">
                        <a:avLst/>
                      </a:prstGeom>
                      <a:noFill/>
                      <a:ln w="38100">
                        <a:noFill/>
                        <a:miter/>
                      </a:ln>
                    </p:spPr>
                  </p:pic>
                </p:oleObj>
              </mc:Fallback>
            </mc:AlternateContent>
          </a:graphicData>
        </a:graphic>
      </p:graphicFrame>
      <p:graphicFrame>
        <p:nvGraphicFramePr>
          <p:cNvPr id="9222" name="对象 6">
            <a:hlinkClick r:id="" action="ppaction://ole?verb=0"/>
          </p:cNvPr>
          <p:cNvGraphicFramePr>
            <a:graphicFrameLocks noChangeAspect="1"/>
          </p:cNvGraphicFramePr>
          <p:nvPr/>
        </p:nvGraphicFramePr>
        <p:xfrm>
          <a:off x="6844665" y="2624773"/>
          <a:ext cx="357188" cy="474662"/>
        </p:xfrm>
        <a:graphic>
          <a:graphicData uri="http://schemas.openxmlformats.org/presentationml/2006/ole">
            <mc:AlternateContent xmlns:mc="http://schemas.openxmlformats.org/markup-compatibility/2006">
              <mc:Choice xmlns:v="urn:schemas-microsoft-com:vml" Requires="v">
                <p:oleObj r:id="rId8" imgW="190500" imgH="254000" progId="Equation.KSEE3">
                  <p:embed/>
                </p:oleObj>
              </mc:Choice>
              <mc:Fallback>
                <p:oleObj r:id="rId8" imgW="190500" imgH="254000" progId="Equation.KSEE3">
                  <p:embed/>
                  <p:pic>
                    <p:nvPicPr>
                      <p:cNvPr id="0" name="图片 3079"/>
                      <p:cNvPicPr/>
                      <p:nvPr/>
                    </p:nvPicPr>
                    <p:blipFill>
                      <a:blip r:embed="rId9"/>
                      <a:stretch>
                        <a:fillRect/>
                      </a:stretch>
                    </p:blipFill>
                    <p:spPr>
                      <a:xfrm>
                        <a:off x="6844665" y="2624773"/>
                        <a:ext cx="357188" cy="474662"/>
                      </a:xfrm>
                      <a:prstGeom prst="rect">
                        <a:avLst/>
                      </a:prstGeom>
                      <a:noFill/>
                      <a:ln w="38100">
                        <a:noFill/>
                        <a:miter/>
                      </a:ln>
                    </p:spPr>
                  </p:pic>
                </p:oleObj>
              </mc:Fallback>
            </mc:AlternateContent>
          </a:graphicData>
        </a:graphic>
      </p:graphicFrame>
      <p:graphicFrame>
        <p:nvGraphicFramePr>
          <p:cNvPr id="9224" name="对象 8">
            <a:hlinkClick r:id="" action="ppaction://ole?verb=0"/>
          </p:cNvPr>
          <p:cNvGraphicFramePr>
            <a:graphicFrameLocks noChangeAspect="1"/>
          </p:cNvGraphicFramePr>
          <p:nvPr/>
        </p:nvGraphicFramePr>
        <p:xfrm>
          <a:off x="1289685" y="3099118"/>
          <a:ext cx="995363" cy="396875"/>
        </p:xfrm>
        <a:graphic>
          <a:graphicData uri="http://schemas.openxmlformats.org/presentationml/2006/ole">
            <mc:AlternateContent xmlns:mc="http://schemas.openxmlformats.org/markup-compatibility/2006">
              <mc:Choice xmlns:v="urn:schemas-microsoft-com:vml" Requires="v">
                <p:oleObj r:id="rId10" imgW="508000" imgH="203200" progId="Equation.KSEE3">
                  <p:embed/>
                </p:oleObj>
              </mc:Choice>
              <mc:Fallback>
                <p:oleObj r:id="rId10" imgW="508000" imgH="203200" progId="Equation.KSEE3">
                  <p:embed/>
                  <p:pic>
                    <p:nvPicPr>
                      <p:cNvPr id="0" name="图片 3102"/>
                      <p:cNvPicPr/>
                      <p:nvPr/>
                    </p:nvPicPr>
                    <p:blipFill>
                      <a:blip r:embed="rId11"/>
                      <a:stretch>
                        <a:fillRect/>
                      </a:stretch>
                    </p:blipFill>
                    <p:spPr>
                      <a:xfrm>
                        <a:off x="1289685" y="3099118"/>
                        <a:ext cx="995363" cy="396875"/>
                      </a:xfrm>
                      <a:prstGeom prst="rect">
                        <a:avLst/>
                      </a:prstGeom>
                      <a:noFill/>
                      <a:ln w="38100">
                        <a:noFill/>
                        <a:miter/>
                      </a:ln>
                    </p:spPr>
                  </p:pic>
                </p:oleObj>
              </mc:Fallback>
            </mc:AlternateContent>
          </a:graphicData>
        </a:graphic>
      </p:graphicFrame>
      <p:graphicFrame>
        <p:nvGraphicFramePr>
          <p:cNvPr id="9223" name="对象 7">
            <a:hlinkClick r:id="" action="ppaction://ole?verb=0"/>
          </p:cNvPr>
          <p:cNvGraphicFramePr>
            <a:graphicFrameLocks noChangeAspect="1"/>
          </p:cNvGraphicFramePr>
          <p:nvPr/>
        </p:nvGraphicFramePr>
        <p:xfrm>
          <a:off x="1628140" y="3720465"/>
          <a:ext cx="993775" cy="398463"/>
        </p:xfrm>
        <a:graphic>
          <a:graphicData uri="http://schemas.openxmlformats.org/presentationml/2006/ole">
            <mc:AlternateContent xmlns:mc="http://schemas.openxmlformats.org/markup-compatibility/2006">
              <mc:Choice xmlns:v="urn:schemas-microsoft-com:vml" Requires="v">
                <p:oleObj r:id="rId12" imgW="508000" imgH="203200" progId="Equation.KSEE3">
                  <p:embed/>
                </p:oleObj>
              </mc:Choice>
              <mc:Fallback>
                <p:oleObj r:id="rId12" imgW="508000" imgH="203200" progId="Equation.KSEE3">
                  <p:embed/>
                  <p:pic>
                    <p:nvPicPr>
                      <p:cNvPr id="0" name="图片 3085"/>
                      <p:cNvPicPr/>
                      <p:nvPr/>
                    </p:nvPicPr>
                    <p:blipFill>
                      <a:blip r:embed="rId13"/>
                      <a:stretch>
                        <a:fillRect/>
                      </a:stretch>
                    </p:blipFill>
                    <p:spPr>
                      <a:xfrm>
                        <a:off x="1628140" y="3720465"/>
                        <a:ext cx="993775" cy="398463"/>
                      </a:xfrm>
                      <a:prstGeom prst="rect">
                        <a:avLst/>
                      </a:prstGeom>
                      <a:noFill/>
                      <a:ln w="38100">
                        <a:noFill/>
                        <a:miter/>
                      </a:ln>
                    </p:spPr>
                  </p:pic>
                </p:oleObj>
              </mc:Fallback>
            </mc:AlternateContent>
          </a:graphicData>
        </a:graphic>
      </p:graphicFrame>
      <p:graphicFrame>
        <p:nvGraphicFramePr>
          <p:cNvPr id="9225" name="对象 9">
            <a:hlinkClick r:id="" action="ppaction://ole?verb=0"/>
          </p:cNvPr>
          <p:cNvGraphicFramePr>
            <a:graphicFrameLocks noChangeAspect="1"/>
          </p:cNvGraphicFramePr>
          <p:nvPr/>
        </p:nvGraphicFramePr>
        <p:xfrm>
          <a:off x="3186748" y="3720465"/>
          <a:ext cx="517525" cy="368300"/>
        </p:xfrm>
        <a:graphic>
          <a:graphicData uri="http://schemas.openxmlformats.org/presentationml/2006/ole">
            <mc:AlternateContent xmlns:mc="http://schemas.openxmlformats.org/markup-compatibility/2006">
              <mc:Choice xmlns:v="urn:schemas-microsoft-com:vml" Requires="v">
                <p:oleObj r:id="rId14" imgW="152400" imgH="139700" progId="Equation.KSEE3">
                  <p:embed/>
                </p:oleObj>
              </mc:Choice>
              <mc:Fallback>
                <p:oleObj r:id="rId14" imgW="152400" imgH="139700" progId="Equation.KSEE3">
                  <p:embed/>
                  <p:pic>
                    <p:nvPicPr>
                      <p:cNvPr id="0" name="图片 3105"/>
                      <p:cNvPicPr/>
                      <p:nvPr/>
                    </p:nvPicPr>
                    <p:blipFill>
                      <a:blip r:embed="rId15"/>
                      <a:stretch>
                        <a:fillRect/>
                      </a:stretch>
                    </p:blipFill>
                    <p:spPr>
                      <a:xfrm>
                        <a:off x="3186748" y="3720465"/>
                        <a:ext cx="517525" cy="368300"/>
                      </a:xfrm>
                      <a:prstGeom prst="rect">
                        <a:avLst/>
                      </a:prstGeom>
                      <a:noFill/>
                      <a:ln w="38100">
                        <a:noFill/>
                        <a:miter/>
                      </a:ln>
                    </p:spPr>
                  </p:pic>
                </p:oleObj>
              </mc:Fallback>
            </mc:AlternateContent>
          </a:graphicData>
        </a:graphic>
      </p:graphicFrame>
      <p:graphicFrame>
        <p:nvGraphicFramePr>
          <p:cNvPr id="9226" name="对象 10">
            <a:hlinkClick r:id="" action="ppaction://ole?verb=0"/>
          </p:cNvPr>
          <p:cNvGraphicFramePr>
            <a:graphicFrameLocks noChangeAspect="1"/>
          </p:cNvGraphicFramePr>
          <p:nvPr/>
        </p:nvGraphicFramePr>
        <p:xfrm>
          <a:off x="1196975" y="4118928"/>
          <a:ext cx="1039813" cy="474662"/>
        </p:xfrm>
        <a:graphic>
          <a:graphicData uri="http://schemas.openxmlformats.org/presentationml/2006/ole">
            <mc:AlternateContent xmlns:mc="http://schemas.openxmlformats.org/markup-compatibility/2006">
              <mc:Choice xmlns:v="urn:schemas-microsoft-com:vml" Requires="v">
                <p:oleObj r:id="rId16" imgW="444500" imgH="203200" progId="Equation.KSEE3">
                  <p:embed/>
                </p:oleObj>
              </mc:Choice>
              <mc:Fallback>
                <p:oleObj r:id="rId16" imgW="444500" imgH="203200" progId="Equation.KSEE3">
                  <p:embed/>
                  <p:pic>
                    <p:nvPicPr>
                      <p:cNvPr id="0" name="图片 3092"/>
                      <p:cNvPicPr/>
                      <p:nvPr/>
                    </p:nvPicPr>
                    <p:blipFill>
                      <a:blip r:embed="rId17"/>
                      <a:stretch>
                        <a:fillRect/>
                      </a:stretch>
                    </p:blipFill>
                    <p:spPr>
                      <a:xfrm>
                        <a:off x="1196975" y="4118928"/>
                        <a:ext cx="1039813" cy="474662"/>
                      </a:xfrm>
                      <a:prstGeom prst="rect">
                        <a:avLst/>
                      </a:prstGeom>
                      <a:noFill/>
                      <a:ln w="38100">
                        <a:noFill/>
                        <a:miter/>
                      </a:ln>
                    </p:spPr>
                  </p:pic>
                </p:oleObj>
              </mc:Fallback>
            </mc:AlternateContent>
          </a:graphicData>
        </a:graphic>
      </p:graphicFrame>
      <p:pic>
        <p:nvPicPr>
          <p:cNvPr id="6" name="图片 5"/>
          <p:cNvPicPr>
            <a:picLocks noChangeAspect="1"/>
          </p:cNvPicPr>
          <p:nvPr/>
        </p:nvPicPr>
        <p:blipFill>
          <a:blip r:embed="rId18"/>
          <a:stretch>
            <a:fillRect/>
          </a:stretch>
        </p:blipFill>
        <p:spPr>
          <a:xfrm>
            <a:off x="692785" y="4812665"/>
            <a:ext cx="7435850" cy="1633855"/>
          </a:xfrm>
          <a:prstGeom prst="rect">
            <a:avLst/>
          </a:prstGeom>
        </p:spPr>
      </p:pic>
      <p:sp>
        <p:nvSpPr>
          <p:cNvPr id="2" name="灯片编号占位符 1"/>
          <p:cNvSpPr>
            <a:spLocks noGrp="1"/>
          </p:cNvSpPr>
          <p:nvPr>
            <p:ph type="sldNum" sz="quarter" idx="12"/>
          </p:nvPr>
        </p:nvSpPr>
        <p:spPr/>
        <p:txBody>
          <a:bodyPr/>
          <a:lstStyle/>
          <a:p>
            <a:fld id="{7D9BB5D0-35E4-459D-AEF3-FE4D7C45CC19}" type="slidenum">
              <a:rPr lang="zh-CN" altLang="en-US" smtClean="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D9BB5D0-35E4-459D-AEF3-FE4D7C45CC19}" type="slidenum">
              <a:rPr lang="zh-CN" altLang="en-US" smtClean="0"/>
              <a:t>7</a:t>
            </a:fld>
            <a:endParaRPr lang="zh-CN" altLang="en-US"/>
          </a:p>
        </p:txBody>
      </p:sp>
      <p:graphicFrame>
        <p:nvGraphicFramePr>
          <p:cNvPr id="3" name="对象 2">
            <a:hlinkClick r:id="" action="ppaction://ole?verb=0"/>
          </p:cNvPr>
          <p:cNvGraphicFramePr>
            <a:graphicFrameLocks noChangeAspect="1"/>
          </p:cNvGraphicFramePr>
          <p:nvPr/>
        </p:nvGraphicFramePr>
        <p:xfrm>
          <a:off x="1485900" y="298450"/>
          <a:ext cx="4150995" cy="903605"/>
        </p:xfrm>
        <a:graphic>
          <a:graphicData uri="http://schemas.openxmlformats.org/presentationml/2006/ole">
            <mc:AlternateContent xmlns:mc="http://schemas.openxmlformats.org/markup-compatibility/2006">
              <mc:Choice xmlns:v="urn:schemas-microsoft-com:vml" Requires="v">
                <p:oleObj r:id="rId2" imgW="2159000" imgH="469900" progId="Equation.KSEE3">
                  <p:embed/>
                </p:oleObj>
              </mc:Choice>
              <mc:Fallback>
                <p:oleObj r:id="rId2" imgW="2159000" imgH="469900" progId="Equation.KSEE3">
                  <p:embed/>
                  <p:pic>
                    <p:nvPicPr>
                      <p:cNvPr id="0" name="图片 1024"/>
                      <p:cNvPicPr/>
                      <p:nvPr/>
                    </p:nvPicPr>
                    <p:blipFill>
                      <a:blip r:embed="rId3"/>
                      <a:stretch>
                        <a:fillRect/>
                      </a:stretch>
                    </p:blipFill>
                    <p:spPr>
                      <a:xfrm>
                        <a:off x="1485900" y="298450"/>
                        <a:ext cx="4150995" cy="903605"/>
                      </a:xfrm>
                      <a:prstGeom prst="rect">
                        <a:avLst/>
                      </a:prstGeom>
                    </p:spPr>
                  </p:pic>
                </p:oleObj>
              </mc:Fallback>
            </mc:AlternateContent>
          </a:graphicData>
        </a:graphic>
      </p:graphicFrame>
      <p:sp>
        <p:nvSpPr>
          <p:cNvPr id="5" name="文本框 4"/>
          <p:cNvSpPr txBox="1"/>
          <p:nvPr/>
        </p:nvSpPr>
        <p:spPr>
          <a:xfrm>
            <a:off x="908050" y="1315720"/>
            <a:ext cx="4495165" cy="368300"/>
          </a:xfrm>
          <a:prstGeom prst="rect">
            <a:avLst/>
          </a:prstGeom>
          <a:noFill/>
        </p:spPr>
        <p:txBody>
          <a:bodyPr wrap="none" rtlCol="0">
            <a:spAutoFit/>
          </a:bodyPr>
          <a:lstStyle/>
          <a:p>
            <a:r>
              <a:rPr lang="zh-CN" altLang="en-US"/>
              <a:t>将直角坐标（</a:t>
            </a:r>
            <a:r>
              <a:rPr lang="en-US" altLang="zh-CN"/>
              <a:t>u</a:t>
            </a:r>
            <a:r>
              <a:rPr lang="zh-CN" altLang="en-US"/>
              <a:t>，</a:t>
            </a:r>
            <a:r>
              <a:rPr lang="en-US" altLang="zh-CN"/>
              <a:t>v</a:t>
            </a:r>
            <a:r>
              <a:rPr lang="zh-CN" altLang="en-US"/>
              <a:t>）转换成极坐标（</a:t>
            </a:r>
            <a:r>
              <a:rPr lang="en-US" altLang="zh-CN"/>
              <a:t>w, θ</a:t>
            </a:r>
            <a:r>
              <a:rPr lang="zh-CN" altLang="en-US"/>
              <a:t>）</a:t>
            </a:r>
            <a:r>
              <a:rPr lang="en-US" altLang="zh-CN"/>
              <a:t>.</a:t>
            </a:r>
          </a:p>
        </p:txBody>
      </p:sp>
      <p:graphicFrame>
        <p:nvGraphicFramePr>
          <p:cNvPr id="6" name="对象 5">
            <a:hlinkClick r:id="" action="ppaction://ole?verb=0"/>
          </p:cNvPr>
          <p:cNvGraphicFramePr>
            <a:graphicFrameLocks noChangeAspect="1"/>
          </p:cNvGraphicFramePr>
          <p:nvPr/>
        </p:nvGraphicFramePr>
        <p:xfrm>
          <a:off x="1836420" y="1684020"/>
          <a:ext cx="1933575" cy="449580"/>
        </p:xfrm>
        <a:graphic>
          <a:graphicData uri="http://schemas.openxmlformats.org/presentationml/2006/ole">
            <mc:AlternateContent xmlns:mc="http://schemas.openxmlformats.org/markup-compatibility/2006">
              <mc:Choice xmlns:v="urn:schemas-microsoft-com:vml" Requires="v">
                <p:oleObj r:id="rId4" imgW="762000" imgH="177165" progId="Equation.KSEE3">
                  <p:embed/>
                </p:oleObj>
              </mc:Choice>
              <mc:Fallback>
                <p:oleObj r:id="rId4" imgW="762000" imgH="177165" progId="Equation.KSEE3">
                  <p:embed/>
                  <p:pic>
                    <p:nvPicPr>
                      <p:cNvPr id="0" name="图片 1025"/>
                      <p:cNvPicPr/>
                      <p:nvPr/>
                    </p:nvPicPr>
                    <p:blipFill>
                      <a:blip r:embed="rId5"/>
                      <a:stretch>
                        <a:fillRect/>
                      </a:stretch>
                    </p:blipFill>
                    <p:spPr>
                      <a:xfrm>
                        <a:off x="1836420" y="1684020"/>
                        <a:ext cx="1933575" cy="449580"/>
                      </a:xfrm>
                      <a:prstGeom prst="rect">
                        <a:avLst/>
                      </a:prstGeom>
                    </p:spPr>
                  </p:pic>
                </p:oleObj>
              </mc:Fallback>
            </mc:AlternateContent>
          </a:graphicData>
        </a:graphic>
      </p:graphicFrame>
      <p:graphicFrame>
        <p:nvGraphicFramePr>
          <p:cNvPr id="7" name="对象 6">
            <a:hlinkClick r:id="" action="ppaction://ole?verb=0"/>
          </p:cNvPr>
          <p:cNvGraphicFramePr>
            <a:graphicFrameLocks noChangeAspect="1"/>
          </p:cNvGraphicFramePr>
          <p:nvPr/>
        </p:nvGraphicFramePr>
        <p:xfrm>
          <a:off x="1836420" y="2300605"/>
          <a:ext cx="1831975" cy="440690"/>
        </p:xfrm>
        <a:graphic>
          <a:graphicData uri="http://schemas.openxmlformats.org/presentationml/2006/ole">
            <mc:AlternateContent xmlns:mc="http://schemas.openxmlformats.org/markup-compatibility/2006">
              <mc:Choice xmlns:v="urn:schemas-microsoft-com:vml" Requires="v">
                <p:oleObj r:id="rId6" imgW="736600" imgH="177165" progId="Equation.KSEE3">
                  <p:embed/>
                </p:oleObj>
              </mc:Choice>
              <mc:Fallback>
                <p:oleObj r:id="rId6" imgW="736600" imgH="177165" progId="Equation.KSEE3">
                  <p:embed/>
                  <p:pic>
                    <p:nvPicPr>
                      <p:cNvPr id="0" name="图片 1026"/>
                      <p:cNvPicPr/>
                      <p:nvPr/>
                    </p:nvPicPr>
                    <p:blipFill>
                      <a:blip r:embed="rId7"/>
                      <a:stretch>
                        <a:fillRect/>
                      </a:stretch>
                    </p:blipFill>
                    <p:spPr>
                      <a:xfrm>
                        <a:off x="1836420" y="2300605"/>
                        <a:ext cx="1831975" cy="440690"/>
                      </a:xfrm>
                      <a:prstGeom prst="rect">
                        <a:avLst/>
                      </a:prstGeom>
                    </p:spPr>
                  </p:pic>
                </p:oleObj>
              </mc:Fallback>
            </mc:AlternateContent>
          </a:graphicData>
        </a:graphic>
      </p:graphicFrame>
      <p:sp>
        <p:nvSpPr>
          <p:cNvPr id="8" name="左大括号 7"/>
          <p:cNvSpPr/>
          <p:nvPr/>
        </p:nvSpPr>
        <p:spPr>
          <a:xfrm>
            <a:off x="1453515" y="1827530"/>
            <a:ext cx="311785" cy="91376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9" name="对象 8">
            <a:hlinkClick r:id="" action="ppaction://ole?verb=0"/>
          </p:cNvPr>
          <p:cNvGraphicFramePr>
            <a:graphicFrameLocks noChangeAspect="1"/>
          </p:cNvGraphicFramePr>
          <p:nvPr/>
        </p:nvGraphicFramePr>
        <p:xfrm>
          <a:off x="1349375" y="3453765"/>
          <a:ext cx="4053840" cy="1365885"/>
        </p:xfrm>
        <a:graphic>
          <a:graphicData uri="http://schemas.openxmlformats.org/presentationml/2006/ole">
            <mc:AlternateContent xmlns:mc="http://schemas.openxmlformats.org/markup-compatibility/2006">
              <mc:Choice xmlns:v="urn:schemas-microsoft-com:vml" Requires="v">
                <p:oleObj r:id="rId8" imgW="2336800" imgH="787400" progId="Equation.KSEE3">
                  <p:embed/>
                </p:oleObj>
              </mc:Choice>
              <mc:Fallback>
                <p:oleObj r:id="rId8" imgW="2336800" imgH="787400" progId="Equation.KSEE3">
                  <p:embed/>
                  <p:pic>
                    <p:nvPicPr>
                      <p:cNvPr id="0" name="图片 1027"/>
                      <p:cNvPicPr/>
                      <p:nvPr/>
                    </p:nvPicPr>
                    <p:blipFill>
                      <a:blip r:embed="rId9"/>
                      <a:stretch>
                        <a:fillRect/>
                      </a:stretch>
                    </p:blipFill>
                    <p:spPr>
                      <a:xfrm>
                        <a:off x="1349375" y="3453765"/>
                        <a:ext cx="4053840" cy="1365885"/>
                      </a:xfrm>
                      <a:prstGeom prst="rect">
                        <a:avLst/>
                      </a:prstGeom>
                    </p:spPr>
                  </p:pic>
                </p:oleObj>
              </mc:Fallback>
            </mc:AlternateContent>
          </a:graphicData>
        </a:graphic>
      </p:graphicFrame>
      <p:sp>
        <p:nvSpPr>
          <p:cNvPr id="11" name="文本框 10"/>
          <p:cNvSpPr txBox="1"/>
          <p:nvPr/>
        </p:nvSpPr>
        <p:spPr>
          <a:xfrm>
            <a:off x="966470" y="2913380"/>
            <a:ext cx="1783080" cy="368300"/>
          </a:xfrm>
          <a:prstGeom prst="rect">
            <a:avLst/>
          </a:prstGeom>
          <a:noFill/>
        </p:spPr>
        <p:txBody>
          <a:bodyPr wrap="none" rtlCol="0">
            <a:spAutoFit/>
          </a:bodyPr>
          <a:lstStyle/>
          <a:p>
            <a:r>
              <a:rPr lang="zh-CN" altLang="en-US"/>
              <a:t>雅各比行列式为</a:t>
            </a:r>
          </a:p>
        </p:txBody>
      </p:sp>
      <p:sp>
        <p:nvSpPr>
          <p:cNvPr id="12" name="文本框 11"/>
          <p:cNvSpPr txBox="1"/>
          <p:nvPr/>
        </p:nvSpPr>
        <p:spPr>
          <a:xfrm>
            <a:off x="930275" y="4948555"/>
            <a:ext cx="411480" cy="368300"/>
          </a:xfrm>
          <a:prstGeom prst="rect">
            <a:avLst/>
          </a:prstGeom>
          <a:noFill/>
        </p:spPr>
        <p:txBody>
          <a:bodyPr wrap="none" rtlCol="0">
            <a:spAutoFit/>
          </a:bodyPr>
          <a:lstStyle/>
          <a:p>
            <a:r>
              <a:rPr lang="zh-CN" altLang="en-US"/>
              <a:t>故</a:t>
            </a:r>
          </a:p>
        </p:txBody>
      </p:sp>
      <p:graphicFrame>
        <p:nvGraphicFramePr>
          <p:cNvPr id="13" name="对象 12">
            <a:hlinkClick r:id="" action="ppaction://ole?verb=0"/>
          </p:cNvPr>
          <p:cNvGraphicFramePr>
            <a:graphicFrameLocks noChangeAspect="1"/>
          </p:cNvGraphicFramePr>
          <p:nvPr/>
        </p:nvGraphicFramePr>
        <p:xfrm>
          <a:off x="1642110" y="4948555"/>
          <a:ext cx="2322195" cy="426085"/>
        </p:xfrm>
        <a:graphic>
          <a:graphicData uri="http://schemas.openxmlformats.org/presentationml/2006/ole">
            <mc:AlternateContent xmlns:mc="http://schemas.openxmlformats.org/markup-compatibility/2006">
              <mc:Choice xmlns:v="urn:schemas-microsoft-com:vml" Requires="v">
                <p:oleObj r:id="rId10" imgW="965200" imgH="177165" progId="Equation.KSEE3">
                  <p:embed/>
                </p:oleObj>
              </mc:Choice>
              <mc:Fallback>
                <p:oleObj r:id="rId10" imgW="965200" imgH="177165" progId="Equation.KSEE3">
                  <p:embed/>
                  <p:pic>
                    <p:nvPicPr>
                      <p:cNvPr id="0" name="图片 1028"/>
                      <p:cNvPicPr/>
                      <p:nvPr/>
                    </p:nvPicPr>
                    <p:blipFill>
                      <a:blip r:embed="rId11"/>
                      <a:stretch>
                        <a:fillRect/>
                      </a:stretch>
                    </p:blipFill>
                    <p:spPr>
                      <a:xfrm>
                        <a:off x="1642110" y="4948555"/>
                        <a:ext cx="2322195" cy="426085"/>
                      </a:xfrm>
                      <a:prstGeom prst="rect">
                        <a:avLst/>
                      </a:prstGeom>
                    </p:spPr>
                  </p:pic>
                </p:oleObj>
              </mc:Fallback>
            </mc:AlternateContent>
          </a:graphicData>
        </a:graphic>
      </p:graphicFrame>
      <p:sp>
        <p:nvSpPr>
          <p:cNvPr id="14" name="文本框 13"/>
          <p:cNvSpPr txBox="1"/>
          <p:nvPr/>
        </p:nvSpPr>
        <p:spPr>
          <a:xfrm>
            <a:off x="908050" y="5518150"/>
            <a:ext cx="153035" cy="368300"/>
          </a:xfrm>
          <a:prstGeom prst="rect">
            <a:avLst/>
          </a:prstGeom>
          <a:noFill/>
        </p:spPr>
        <p:txBody>
          <a:bodyPr wrap="square" rtlCol="0">
            <a:spAutoFit/>
          </a:bodyPr>
          <a:lstStyle/>
          <a:p>
            <a:r>
              <a:rPr lang="zh-CN" altLang="en-US"/>
              <a:t>则</a:t>
            </a:r>
          </a:p>
        </p:txBody>
      </p:sp>
      <p:graphicFrame>
        <p:nvGraphicFramePr>
          <p:cNvPr id="15" name="对象 14">
            <a:hlinkClick r:id="" action="ppaction://ole?verb=0"/>
          </p:cNvPr>
          <p:cNvGraphicFramePr>
            <a:graphicFrameLocks noChangeAspect="1"/>
          </p:cNvGraphicFramePr>
          <p:nvPr/>
        </p:nvGraphicFramePr>
        <p:xfrm>
          <a:off x="1474470" y="5518150"/>
          <a:ext cx="4879340" cy="838835"/>
        </p:xfrm>
        <a:graphic>
          <a:graphicData uri="http://schemas.openxmlformats.org/presentationml/2006/ole">
            <mc:AlternateContent xmlns:mc="http://schemas.openxmlformats.org/markup-compatibility/2006">
              <mc:Choice xmlns:v="urn:schemas-microsoft-com:vml" Requires="v">
                <p:oleObj r:id="rId12" imgW="2806700" imgH="482600" progId="Equation.KSEE3">
                  <p:embed/>
                </p:oleObj>
              </mc:Choice>
              <mc:Fallback>
                <p:oleObj r:id="rId12" imgW="2806700" imgH="482600" progId="Equation.KSEE3">
                  <p:embed/>
                  <p:pic>
                    <p:nvPicPr>
                      <p:cNvPr id="0" name="图片 1029"/>
                      <p:cNvPicPr/>
                      <p:nvPr/>
                    </p:nvPicPr>
                    <p:blipFill>
                      <a:blip r:embed="rId13"/>
                      <a:stretch>
                        <a:fillRect/>
                      </a:stretch>
                    </p:blipFill>
                    <p:spPr>
                      <a:xfrm>
                        <a:off x="1474470" y="5518150"/>
                        <a:ext cx="4879340" cy="838835"/>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45160" y="401955"/>
            <a:ext cx="1706880" cy="460375"/>
          </a:xfrm>
          <a:prstGeom prst="rect">
            <a:avLst/>
          </a:prstGeom>
          <a:noFill/>
        </p:spPr>
        <p:txBody>
          <a:bodyPr wrap="none" rtlCol="0" anchor="t">
            <a:spAutoFit/>
          </a:bodyPr>
          <a:lstStyle/>
          <a:p>
            <a:r>
              <a:rPr lang="zh-CN" altLang="zh-CN" sz="2400">
                <a:sym typeface="+mn-ea"/>
              </a:rPr>
              <a:t>具体的推导</a:t>
            </a:r>
          </a:p>
        </p:txBody>
      </p:sp>
      <p:graphicFrame>
        <p:nvGraphicFramePr>
          <p:cNvPr id="10242" name="内容占位符 3">
            <a:hlinkClick r:id="" action="ppaction://ole?verb=0"/>
          </p:cNvPr>
          <p:cNvGraphicFramePr>
            <a:graphicFrameLocks noGrp="1" noChangeAspect="1"/>
          </p:cNvGraphicFramePr>
          <p:nvPr>
            <p:ph idx="1"/>
          </p:nvPr>
        </p:nvGraphicFramePr>
        <p:xfrm>
          <a:off x="645160" y="1001395"/>
          <a:ext cx="6526213" cy="2452688"/>
        </p:xfrm>
        <a:graphic>
          <a:graphicData uri="http://schemas.openxmlformats.org/presentationml/2006/ole">
            <mc:AlternateContent xmlns:mc="http://schemas.openxmlformats.org/markup-compatibility/2006">
              <mc:Choice xmlns:v="urn:schemas-microsoft-com:vml" Requires="v">
                <p:oleObj r:id="rId2" imgW="2857500" imgH="1193800" progId="Equation.KSEE3">
                  <p:embed/>
                </p:oleObj>
              </mc:Choice>
              <mc:Fallback>
                <p:oleObj r:id="rId2" imgW="2857500" imgH="1193800" progId="Equation.KSEE3">
                  <p:embed/>
                  <p:pic>
                    <p:nvPicPr>
                      <p:cNvPr id="0" name="图片 3107"/>
                      <p:cNvPicPr/>
                      <p:nvPr/>
                    </p:nvPicPr>
                    <p:blipFill>
                      <a:blip r:embed="rId3"/>
                      <a:stretch>
                        <a:fillRect/>
                      </a:stretch>
                    </p:blipFill>
                    <p:spPr>
                      <a:xfrm>
                        <a:off x="645160" y="1001395"/>
                        <a:ext cx="6526213" cy="2452688"/>
                      </a:xfrm>
                      <a:prstGeom prst="rect">
                        <a:avLst/>
                      </a:prstGeom>
                      <a:noFill/>
                      <a:ln w="38100">
                        <a:miter/>
                      </a:ln>
                    </p:spPr>
                  </p:pic>
                </p:oleObj>
              </mc:Fallback>
            </mc:AlternateContent>
          </a:graphicData>
        </a:graphic>
      </p:graphicFrame>
      <p:sp>
        <p:nvSpPr>
          <p:cNvPr id="5" name="文本框 4"/>
          <p:cNvSpPr txBox="1"/>
          <p:nvPr/>
        </p:nvSpPr>
        <p:spPr>
          <a:xfrm>
            <a:off x="645160" y="3639820"/>
            <a:ext cx="3895725" cy="339725"/>
          </a:xfrm>
          <a:prstGeom prst="rect">
            <a:avLst/>
          </a:prstGeom>
          <a:noFill/>
        </p:spPr>
        <p:txBody>
          <a:bodyPr wrap="none" rtlCol="0" anchor="t">
            <a:spAutoFit/>
          </a:bodyPr>
          <a:lstStyle/>
          <a:p>
            <a:pPr>
              <a:lnSpc>
                <a:spcPct val="90000"/>
              </a:lnSpc>
              <a:spcBef>
                <a:spcPts val="1000"/>
              </a:spcBef>
              <a:buFont typeface="Arial" panose="020B0604020202020204" pitchFamily="34" charset="0"/>
            </a:pPr>
            <a:r>
              <a:rPr lang="zh-CN" altLang="en-US">
                <a:latin typeface="Calibri" panose="020F0502020204030204" charset="0"/>
                <a:ea typeface="宋体" panose="02010600030101010101" pitchFamily="2" charset="-122"/>
                <a:sym typeface="+mn-ea"/>
              </a:rPr>
              <a:t>根据中心切片定理，可以用</a:t>
            </a:r>
            <a:r>
              <a:rPr lang="en-US" altLang="zh-CN">
                <a:latin typeface="Calibri" panose="020F0502020204030204" charset="0"/>
                <a:ea typeface="宋体" panose="02010600030101010101" pitchFamily="2" charset="-122"/>
                <a:sym typeface="+mn-ea"/>
              </a:rPr>
              <a:t>P</a:t>
            </a:r>
            <a:r>
              <a:rPr lang="zh-CN" altLang="en-US">
                <a:latin typeface="Calibri" panose="020F0502020204030204" charset="0"/>
                <a:ea typeface="宋体" panose="02010600030101010101" pitchFamily="2" charset="-122"/>
                <a:sym typeface="+mn-ea"/>
              </a:rPr>
              <a:t>来代替</a:t>
            </a:r>
            <a:r>
              <a:rPr lang="en-US" altLang="zh-CN">
                <a:latin typeface="Calibri" panose="020F0502020204030204" charset="0"/>
                <a:ea typeface="宋体" panose="02010600030101010101" pitchFamily="2" charset="-122"/>
                <a:sym typeface="+mn-ea"/>
              </a:rPr>
              <a:t>F:</a:t>
            </a:r>
            <a:endParaRPr lang="zh-CN" altLang="en-US"/>
          </a:p>
        </p:txBody>
      </p:sp>
      <p:graphicFrame>
        <p:nvGraphicFramePr>
          <p:cNvPr id="10244" name="对象 8">
            <a:hlinkClick r:id="" action="ppaction://ole?verb=0"/>
          </p:cNvPr>
          <p:cNvGraphicFramePr>
            <a:graphicFrameLocks noChangeAspect="1"/>
          </p:cNvGraphicFramePr>
          <p:nvPr/>
        </p:nvGraphicFramePr>
        <p:xfrm>
          <a:off x="773430" y="4153535"/>
          <a:ext cx="5140325" cy="935038"/>
        </p:xfrm>
        <a:graphic>
          <a:graphicData uri="http://schemas.openxmlformats.org/presentationml/2006/ole">
            <mc:AlternateContent xmlns:mc="http://schemas.openxmlformats.org/markup-compatibility/2006">
              <mc:Choice xmlns:v="urn:schemas-microsoft-com:vml" Requires="v">
                <p:oleObj r:id="rId4" imgW="2654300" imgH="482600" progId="Equation.KSEE3">
                  <p:embed/>
                </p:oleObj>
              </mc:Choice>
              <mc:Fallback>
                <p:oleObj r:id="rId4" imgW="2654300" imgH="482600" progId="Equation.KSEE3">
                  <p:embed/>
                  <p:pic>
                    <p:nvPicPr>
                      <p:cNvPr id="0" name="图片 3099"/>
                      <p:cNvPicPr/>
                      <p:nvPr/>
                    </p:nvPicPr>
                    <p:blipFill>
                      <a:blip r:embed="rId5"/>
                      <a:stretch>
                        <a:fillRect/>
                      </a:stretch>
                    </p:blipFill>
                    <p:spPr>
                      <a:xfrm>
                        <a:off x="773430" y="4153535"/>
                        <a:ext cx="5140325" cy="935038"/>
                      </a:xfrm>
                      <a:prstGeom prst="rect">
                        <a:avLst/>
                      </a:prstGeom>
                      <a:noFill/>
                      <a:ln w="38100">
                        <a:noFill/>
                        <a:miter/>
                      </a:ln>
                    </p:spPr>
                  </p:pic>
                </p:oleObj>
              </mc:Fallback>
            </mc:AlternateContent>
          </a:graphicData>
        </a:graphic>
      </p:graphicFrame>
      <p:sp>
        <p:nvSpPr>
          <p:cNvPr id="6" name="文本框 5"/>
          <p:cNvSpPr txBox="1"/>
          <p:nvPr/>
        </p:nvSpPr>
        <p:spPr>
          <a:xfrm>
            <a:off x="773430" y="5365115"/>
            <a:ext cx="3771900" cy="339725"/>
          </a:xfrm>
          <a:prstGeom prst="rect">
            <a:avLst/>
          </a:prstGeom>
          <a:noFill/>
        </p:spPr>
        <p:txBody>
          <a:bodyPr wrap="none" rtlCol="0" anchor="t">
            <a:spAutoFit/>
          </a:bodyPr>
          <a:lstStyle/>
          <a:p>
            <a:pPr>
              <a:lnSpc>
                <a:spcPct val="90000"/>
              </a:lnSpc>
              <a:spcBef>
                <a:spcPts val="1000"/>
              </a:spcBef>
              <a:buFont typeface="Arial" panose="020B0604020202020204" pitchFamily="34" charset="0"/>
            </a:pPr>
            <a:r>
              <a:rPr lang="zh-CN" altLang="en-US">
                <a:latin typeface="Calibri" panose="020F0502020204030204" charset="0"/>
                <a:ea typeface="宋体" panose="02010600030101010101" pitchFamily="2" charset="-122"/>
                <a:sym typeface="+mn-ea"/>
              </a:rPr>
              <a:t>其中            是斜坡滤波器的传递函数</a:t>
            </a:r>
            <a:endParaRPr lang="zh-CN" altLang="en-US"/>
          </a:p>
        </p:txBody>
      </p:sp>
      <p:graphicFrame>
        <p:nvGraphicFramePr>
          <p:cNvPr id="10245" name="对象 9">
            <a:hlinkClick r:id="" action="ppaction://ole?verb=0"/>
          </p:cNvPr>
          <p:cNvGraphicFramePr>
            <a:graphicFrameLocks noChangeAspect="1"/>
          </p:cNvGraphicFramePr>
          <p:nvPr/>
        </p:nvGraphicFramePr>
        <p:xfrm>
          <a:off x="1405096" y="5233829"/>
          <a:ext cx="452120" cy="601980"/>
        </p:xfrm>
        <a:graphic>
          <a:graphicData uri="http://schemas.openxmlformats.org/presentationml/2006/ole">
            <mc:AlternateContent xmlns:mc="http://schemas.openxmlformats.org/markup-compatibility/2006">
              <mc:Choice xmlns:v="urn:schemas-microsoft-com:vml" Requires="v">
                <p:oleObj r:id="rId6" imgW="190500" imgH="254000" progId="Equation.KSEE3">
                  <p:embed/>
                </p:oleObj>
              </mc:Choice>
              <mc:Fallback>
                <p:oleObj r:id="rId6" imgW="190500" imgH="254000" progId="Equation.KSEE3">
                  <p:embed/>
                  <p:pic>
                    <p:nvPicPr>
                      <p:cNvPr id="0" name="图片 3094"/>
                      <p:cNvPicPr/>
                      <p:nvPr/>
                    </p:nvPicPr>
                    <p:blipFill>
                      <a:blip r:embed="rId7"/>
                      <a:stretch>
                        <a:fillRect/>
                      </a:stretch>
                    </p:blipFill>
                    <p:spPr>
                      <a:xfrm>
                        <a:off x="1405096" y="5233829"/>
                        <a:ext cx="452120" cy="601980"/>
                      </a:xfrm>
                      <a:prstGeom prst="rect">
                        <a:avLst/>
                      </a:prstGeom>
                      <a:noFill/>
                      <a:ln w="38100">
                        <a:noFill/>
                        <a:miter/>
                      </a:ln>
                    </p:spPr>
                  </p:pic>
                </p:oleObj>
              </mc:Fallback>
            </mc:AlternateContent>
          </a:graphicData>
        </a:graphic>
      </p:graphicFrame>
      <p:sp>
        <p:nvSpPr>
          <p:cNvPr id="2" name="灯片编号占位符 1"/>
          <p:cNvSpPr>
            <a:spLocks noGrp="1"/>
          </p:cNvSpPr>
          <p:nvPr>
            <p:ph type="sldNum" sz="quarter" idx="12"/>
          </p:nvPr>
        </p:nvSpPr>
        <p:spPr/>
        <p:txBody>
          <a:bodyPr/>
          <a:lstStyle/>
          <a:p>
            <a:fld id="{7D9BB5D0-35E4-459D-AEF3-FE4D7C45CC19}" type="slidenum">
              <a:rPr lang="zh-CN" altLang="en-US" smtClean="0"/>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rcRect l="5920" t="7391" r="1683" b="10989"/>
          <a:stretch>
            <a:fillRect/>
          </a:stretch>
        </p:blipFill>
        <p:spPr>
          <a:xfrm>
            <a:off x="2185670" y="5286375"/>
            <a:ext cx="4124960" cy="1351915"/>
          </a:xfrm>
          <a:prstGeom prst="rect">
            <a:avLst/>
          </a:prstGeom>
        </p:spPr>
      </p:pic>
      <p:sp>
        <p:nvSpPr>
          <p:cNvPr id="3" name="灯片编号占位符 2"/>
          <p:cNvSpPr>
            <a:spLocks noGrp="1"/>
          </p:cNvSpPr>
          <p:nvPr>
            <p:ph type="sldNum" sz="quarter" idx="12"/>
          </p:nvPr>
        </p:nvSpPr>
        <p:spPr/>
        <p:txBody>
          <a:bodyPr/>
          <a:lstStyle/>
          <a:p>
            <a:fld id="{7D9BB5D0-35E4-459D-AEF3-FE4D7C45CC19}" type="slidenum">
              <a:rPr lang="zh-CN" altLang="en-US" smtClean="0"/>
              <a:t>9</a:t>
            </a:fld>
            <a:endParaRPr lang="zh-CN" altLang="en-US"/>
          </a:p>
        </p:txBody>
      </p:sp>
      <p:graphicFrame>
        <p:nvGraphicFramePr>
          <p:cNvPr id="5" name="对象 4">
            <a:hlinkClick r:id="" action="ppaction://ole?verb=0"/>
          </p:cNvPr>
          <p:cNvGraphicFramePr>
            <a:graphicFrameLocks noChangeAspect="1"/>
          </p:cNvGraphicFramePr>
          <p:nvPr/>
        </p:nvGraphicFramePr>
        <p:xfrm>
          <a:off x="768985" y="221615"/>
          <a:ext cx="4178300" cy="1579880"/>
        </p:xfrm>
        <a:graphic>
          <a:graphicData uri="http://schemas.openxmlformats.org/presentationml/2006/ole">
            <mc:AlternateContent xmlns:mc="http://schemas.openxmlformats.org/markup-compatibility/2006">
              <mc:Choice xmlns:v="urn:schemas-microsoft-com:vml" Requires="v">
                <p:oleObj r:id="rId3" imgW="2552700" imgH="965200" progId="Equation.KSEE3">
                  <p:embed/>
                </p:oleObj>
              </mc:Choice>
              <mc:Fallback>
                <p:oleObj r:id="rId3" imgW="2552700" imgH="965200" progId="Equation.KSEE3">
                  <p:embed/>
                  <p:pic>
                    <p:nvPicPr>
                      <p:cNvPr id="0" name="图片 2048"/>
                      <p:cNvPicPr/>
                      <p:nvPr/>
                    </p:nvPicPr>
                    <p:blipFill>
                      <a:blip r:embed="rId4"/>
                      <a:stretch>
                        <a:fillRect/>
                      </a:stretch>
                    </p:blipFill>
                    <p:spPr>
                      <a:xfrm>
                        <a:off x="768985" y="221615"/>
                        <a:ext cx="4178300" cy="1579880"/>
                      </a:xfrm>
                      <a:prstGeom prst="rect">
                        <a:avLst/>
                      </a:prstGeom>
                    </p:spPr>
                  </p:pic>
                </p:oleObj>
              </mc:Fallback>
            </mc:AlternateContent>
          </a:graphicData>
        </a:graphic>
      </p:graphicFrame>
      <p:graphicFrame>
        <p:nvGraphicFramePr>
          <p:cNvPr id="8" name="对象 7"/>
          <p:cNvGraphicFramePr/>
          <p:nvPr/>
        </p:nvGraphicFramePr>
        <p:xfrm>
          <a:off x="6310630" y="401320"/>
          <a:ext cx="1496060" cy="519430"/>
        </p:xfrm>
        <a:graphic>
          <a:graphicData uri="http://schemas.openxmlformats.org/presentationml/2006/ole">
            <mc:AlternateContent xmlns:mc="http://schemas.openxmlformats.org/markup-compatibility/2006">
              <mc:Choice xmlns:v="urn:schemas-microsoft-com:vml" Requires="v">
                <p:oleObj r:id="rId5" imgW="673100" imgH="254000" progId="Equation.KSEE3">
                  <p:embed/>
                </p:oleObj>
              </mc:Choice>
              <mc:Fallback>
                <p:oleObj r:id="rId5" imgW="673100" imgH="254000" progId="Equation.KSEE3">
                  <p:embed/>
                  <p:pic>
                    <p:nvPicPr>
                      <p:cNvPr id="0" name="图片 8"/>
                      <p:cNvPicPr/>
                      <p:nvPr/>
                    </p:nvPicPr>
                    <p:blipFill>
                      <a:blip r:embed="rId6"/>
                      <a:stretch>
                        <a:fillRect/>
                      </a:stretch>
                    </p:blipFill>
                    <p:spPr>
                      <a:xfrm>
                        <a:off x="6310630" y="401320"/>
                        <a:ext cx="1496060" cy="519430"/>
                      </a:xfrm>
                      <a:prstGeom prst="rect">
                        <a:avLst/>
                      </a:prstGeom>
                    </p:spPr>
                  </p:pic>
                </p:oleObj>
              </mc:Fallback>
            </mc:AlternateContent>
          </a:graphicData>
        </a:graphic>
      </p:graphicFrame>
      <p:graphicFrame>
        <p:nvGraphicFramePr>
          <p:cNvPr id="10" name="对象 9"/>
          <p:cNvGraphicFramePr/>
          <p:nvPr/>
        </p:nvGraphicFramePr>
        <p:xfrm>
          <a:off x="6585585" y="1207135"/>
          <a:ext cx="1496060" cy="396875"/>
        </p:xfrm>
        <a:graphic>
          <a:graphicData uri="http://schemas.openxmlformats.org/presentationml/2006/ole">
            <mc:AlternateContent xmlns:mc="http://schemas.openxmlformats.org/markup-compatibility/2006">
              <mc:Choice xmlns:v="urn:schemas-microsoft-com:vml" Requires="v">
                <p:oleObj r:id="rId7" imgW="673100" imgH="203200" progId="Equation.KSEE3">
                  <p:embed/>
                </p:oleObj>
              </mc:Choice>
              <mc:Fallback>
                <p:oleObj r:id="rId7" imgW="673100" imgH="203200" progId="Equation.KSEE3">
                  <p:embed/>
                  <p:pic>
                    <p:nvPicPr>
                      <p:cNvPr id="0" name="图片 10"/>
                      <p:cNvPicPr/>
                      <p:nvPr/>
                    </p:nvPicPr>
                    <p:blipFill>
                      <a:blip r:embed="rId8"/>
                      <a:stretch>
                        <a:fillRect/>
                      </a:stretch>
                    </p:blipFill>
                    <p:spPr>
                      <a:xfrm>
                        <a:off x="6585585" y="1207135"/>
                        <a:ext cx="1496060" cy="396875"/>
                      </a:xfrm>
                      <a:prstGeom prst="rect">
                        <a:avLst/>
                      </a:prstGeom>
                    </p:spPr>
                  </p:pic>
                </p:oleObj>
              </mc:Fallback>
            </mc:AlternateContent>
          </a:graphicData>
        </a:graphic>
      </p:graphicFrame>
      <p:graphicFrame>
        <p:nvGraphicFramePr>
          <p:cNvPr id="12" name="对象 11">
            <a:hlinkClick r:id="" action="ppaction://ole?verb=0"/>
          </p:cNvPr>
          <p:cNvGraphicFramePr>
            <a:graphicFrameLocks noChangeAspect="1"/>
          </p:cNvGraphicFramePr>
          <p:nvPr/>
        </p:nvGraphicFramePr>
        <p:xfrm>
          <a:off x="768985" y="1801495"/>
          <a:ext cx="5109210" cy="877570"/>
        </p:xfrm>
        <a:graphic>
          <a:graphicData uri="http://schemas.openxmlformats.org/presentationml/2006/ole">
            <mc:AlternateContent xmlns:mc="http://schemas.openxmlformats.org/markup-compatibility/2006">
              <mc:Choice xmlns:v="urn:schemas-microsoft-com:vml" Requires="v">
                <p:oleObj r:id="rId9" imgW="2959100" imgH="508000" progId="Equation.KSEE3">
                  <p:embed/>
                </p:oleObj>
              </mc:Choice>
              <mc:Fallback>
                <p:oleObj r:id="rId9" imgW="2959100" imgH="508000" progId="Equation.KSEE3">
                  <p:embed/>
                  <p:pic>
                    <p:nvPicPr>
                      <p:cNvPr id="0" name="图片 2049"/>
                      <p:cNvPicPr/>
                      <p:nvPr/>
                    </p:nvPicPr>
                    <p:blipFill>
                      <a:blip r:embed="rId10"/>
                      <a:stretch>
                        <a:fillRect/>
                      </a:stretch>
                    </p:blipFill>
                    <p:spPr>
                      <a:xfrm>
                        <a:off x="768985" y="1801495"/>
                        <a:ext cx="5109210" cy="877570"/>
                      </a:xfrm>
                      <a:prstGeom prst="rect">
                        <a:avLst/>
                      </a:prstGeom>
                    </p:spPr>
                  </p:pic>
                </p:oleObj>
              </mc:Fallback>
            </mc:AlternateContent>
          </a:graphicData>
        </a:graphic>
      </p:graphicFrame>
      <p:sp>
        <p:nvSpPr>
          <p:cNvPr id="6" name="TextBox 5"/>
          <p:cNvSpPr txBox="1"/>
          <p:nvPr/>
        </p:nvSpPr>
        <p:spPr>
          <a:xfrm>
            <a:off x="768811" y="2890405"/>
            <a:ext cx="1980029" cy="400110"/>
          </a:xfrm>
          <a:prstGeom prst="rect">
            <a:avLst/>
          </a:prstGeom>
          <a:noFill/>
        </p:spPr>
        <p:txBody>
          <a:bodyPr wrap="none" rtlCol="0">
            <a:spAutoFit/>
          </a:bodyPr>
          <a:lstStyle/>
          <a:p>
            <a:r>
              <a:rPr lang="zh-CN" altLang="en-US" sz="2000" dirty="0"/>
              <a:t>交换积分次序：</a:t>
            </a:r>
          </a:p>
        </p:txBody>
      </p:sp>
      <p:graphicFrame>
        <p:nvGraphicFramePr>
          <p:cNvPr id="7" name="对象 6">
            <a:hlinkClick r:id="" action="ppaction://ole?verb=0"/>
          </p:cNvPr>
          <p:cNvGraphicFramePr>
            <a:graphicFrameLocks noChangeAspect="1"/>
          </p:cNvGraphicFramePr>
          <p:nvPr/>
        </p:nvGraphicFramePr>
        <p:xfrm>
          <a:off x="2992120" y="2785110"/>
          <a:ext cx="3677285" cy="814705"/>
        </p:xfrm>
        <a:graphic>
          <a:graphicData uri="http://schemas.openxmlformats.org/presentationml/2006/ole">
            <mc:AlternateContent xmlns:mc="http://schemas.openxmlformats.org/markup-compatibility/2006">
              <mc:Choice xmlns:v="urn:schemas-microsoft-com:vml" Requires="v">
                <p:oleObj r:id="rId11" imgW="2120900" imgH="469900" progId="Equation.KSEE3">
                  <p:embed/>
                </p:oleObj>
              </mc:Choice>
              <mc:Fallback>
                <p:oleObj r:id="rId11" imgW="2120900" imgH="469900" progId="Equation.KSEE3">
                  <p:embed/>
                  <p:pic>
                    <p:nvPicPr>
                      <p:cNvPr id="0" name="图片 1024"/>
                      <p:cNvPicPr/>
                      <p:nvPr/>
                    </p:nvPicPr>
                    <p:blipFill>
                      <a:blip r:embed="rId12"/>
                      <a:stretch>
                        <a:fillRect/>
                      </a:stretch>
                    </p:blipFill>
                    <p:spPr>
                      <a:xfrm>
                        <a:off x="2992120" y="2785110"/>
                        <a:ext cx="3677285" cy="814705"/>
                      </a:xfrm>
                      <a:prstGeom prst="rect">
                        <a:avLst/>
                      </a:prstGeom>
                    </p:spPr>
                  </p:pic>
                </p:oleObj>
              </mc:Fallback>
            </mc:AlternateContent>
          </a:graphicData>
        </a:graphic>
      </p:graphicFrame>
      <p:graphicFrame>
        <p:nvGraphicFramePr>
          <p:cNvPr id="9" name="对象 8">
            <a:hlinkClick r:id="" action="ppaction://ole?verb=0"/>
          </p:cNvPr>
          <p:cNvGraphicFramePr>
            <a:graphicFrameLocks noChangeAspect="1"/>
          </p:cNvGraphicFramePr>
          <p:nvPr>
            <p:extLst>
              <p:ext uri="{D42A27DB-BD31-4B8C-83A1-F6EECF244321}">
                <p14:modId xmlns:p14="http://schemas.microsoft.com/office/powerpoint/2010/main" val="991335381"/>
              </p:ext>
            </p:extLst>
          </p:nvPr>
        </p:nvGraphicFramePr>
        <p:xfrm>
          <a:off x="3698875" y="3599815"/>
          <a:ext cx="1746250" cy="666750"/>
        </p:xfrm>
        <a:graphic>
          <a:graphicData uri="http://schemas.openxmlformats.org/presentationml/2006/ole">
            <mc:AlternateContent xmlns:mc="http://schemas.openxmlformats.org/markup-compatibility/2006">
              <mc:Choice xmlns:v="urn:schemas-microsoft-com:vml" Requires="v">
                <p:oleObj name="Equation" r:id="rId13" imgW="1231265" imgH="469900" progId="Equation.DSMT4">
                  <p:embed/>
                </p:oleObj>
              </mc:Choice>
              <mc:Fallback>
                <p:oleObj name="Equation" r:id="rId13" imgW="1231265" imgH="469900" progId="Equation.DSMT4">
                  <p:embed/>
                  <p:pic>
                    <p:nvPicPr>
                      <p:cNvPr id="0" name="图片 1025"/>
                      <p:cNvPicPr/>
                      <p:nvPr/>
                    </p:nvPicPr>
                    <p:blipFill>
                      <a:blip r:embed="rId14"/>
                      <a:stretch>
                        <a:fillRect/>
                      </a:stretch>
                    </p:blipFill>
                    <p:spPr>
                      <a:xfrm>
                        <a:off x="3698875" y="3599815"/>
                        <a:ext cx="1746250" cy="666750"/>
                      </a:xfrm>
                      <a:prstGeom prst="rect">
                        <a:avLst/>
                      </a:prstGeom>
                    </p:spPr>
                  </p:pic>
                </p:oleObj>
              </mc:Fallback>
            </mc:AlternateContent>
          </a:graphicData>
        </a:graphic>
      </p:graphicFrame>
      <p:sp>
        <p:nvSpPr>
          <p:cNvPr id="13" name="右箭头 12"/>
          <p:cNvSpPr/>
          <p:nvPr/>
        </p:nvSpPr>
        <p:spPr>
          <a:xfrm>
            <a:off x="6085840" y="3788410"/>
            <a:ext cx="583565" cy="32258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7122795" y="3788410"/>
            <a:ext cx="1325880" cy="368300"/>
          </a:xfrm>
          <a:prstGeom prst="rect">
            <a:avLst/>
          </a:prstGeom>
          <a:noFill/>
        </p:spPr>
        <p:txBody>
          <a:bodyPr wrap="none" rtlCol="0">
            <a:spAutoFit/>
          </a:bodyPr>
          <a:lstStyle/>
          <a:p>
            <a:r>
              <a:rPr lang="zh-CN" altLang="en-US"/>
              <a:t>卷积的形式</a:t>
            </a:r>
          </a:p>
        </p:txBody>
      </p:sp>
      <p:graphicFrame>
        <p:nvGraphicFramePr>
          <p:cNvPr id="15" name="对象 14">
            <a:hlinkClick r:id="" action="ppaction://ole?verb=0"/>
          </p:cNvPr>
          <p:cNvGraphicFramePr>
            <a:graphicFrameLocks noChangeAspect="1"/>
          </p:cNvGraphicFramePr>
          <p:nvPr/>
        </p:nvGraphicFramePr>
        <p:xfrm>
          <a:off x="3088005" y="4266565"/>
          <a:ext cx="2603500" cy="764540"/>
        </p:xfrm>
        <a:graphic>
          <a:graphicData uri="http://schemas.openxmlformats.org/presentationml/2006/ole">
            <mc:AlternateContent xmlns:mc="http://schemas.openxmlformats.org/markup-compatibility/2006">
              <mc:Choice xmlns:v="urn:schemas-microsoft-com:vml" Requires="v">
                <p:oleObj r:id="rId15" imgW="1600200" imgH="469900" progId="Equation.KSEE3">
                  <p:embed/>
                </p:oleObj>
              </mc:Choice>
              <mc:Fallback>
                <p:oleObj r:id="rId15" imgW="1600200" imgH="469900" progId="Equation.KSEE3">
                  <p:embed/>
                  <p:pic>
                    <p:nvPicPr>
                      <p:cNvPr id="0" name="图片 1026"/>
                      <p:cNvPicPr/>
                      <p:nvPr/>
                    </p:nvPicPr>
                    <p:blipFill>
                      <a:blip r:embed="rId16"/>
                      <a:stretch>
                        <a:fillRect/>
                      </a:stretch>
                    </p:blipFill>
                    <p:spPr>
                      <a:xfrm>
                        <a:off x="3088005" y="4266565"/>
                        <a:ext cx="2603500" cy="764540"/>
                      </a:xfrm>
                      <a:prstGeom prst="rect">
                        <a:avLst/>
                      </a:prstGeom>
                    </p:spPr>
                  </p:pic>
                </p:oleObj>
              </mc:Fallback>
            </mc:AlternateContent>
          </a:graphicData>
        </a:graphic>
      </p:graphicFrame>
      <p:sp>
        <p:nvSpPr>
          <p:cNvPr id="17" name="右箭头 16"/>
          <p:cNvSpPr/>
          <p:nvPr/>
        </p:nvSpPr>
        <p:spPr>
          <a:xfrm>
            <a:off x="6085840" y="4487545"/>
            <a:ext cx="583565" cy="32258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7351395" y="4487545"/>
            <a:ext cx="868680" cy="368300"/>
          </a:xfrm>
          <a:prstGeom prst="rect">
            <a:avLst/>
          </a:prstGeom>
          <a:noFill/>
        </p:spPr>
        <p:txBody>
          <a:bodyPr wrap="none" rtlCol="0">
            <a:spAutoFit/>
          </a:bodyPr>
          <a:lstStyle/>
          <a:p>
            <a:r>
              <a:rPr lang="zh-CN" altLang="en-US"/>
              <a:t>卷积核</a:t>
            </a:r>
          </a:p>
        </p:txBody>
      </p:sp>
      <p:sp>
        <p:nvSpPr>
          <p:cNvPr id="22" name="文本框 21"/>
          <p:cNvSpPr txBox="1"/>
          <p:nvPr/>
        </p:nvSpPr>
        <p:spPr>
          <a:xfrm>
            <a:off x="478155" y="5558790"/>
            <a:ext cx="1554480" cy="368300"/>
          </a:xfrm>
          <a:prstGeom prst="rect">
            <a:avLst/>
          </a:prstGeom>
          <a:noFill/>
        </p:spPr>
        <p:txBody>
          <a:bodyPr wrap="none" rtlCol="0">
            <a:spAutoFit/>
          </a:bodyPr>
          <a:lstStyle/>
          <a:p>
            <a:r>
              <a:rPr lang="zh-CN" altLang="en-US"/>
              <a:t>最终的形式：</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扇形束图像重建</a:t>
            </a:r>
            <a:br>
              <a:rPr lang="zh-CN" altLang="en-US" strike="noStrike" noProof="1"/>
            </a:br>
            <a:endParaRPr lang="zh-CN" altLang="en-US"/>
          </a:p>
        </p:txBody>
      </p:sp>
      <p:sp>
        <p:nvSpPr>
          <p:cNvPr id="3" name="内容占位符 2"/>
          <p:cNvSpPr>
            <a:spLocks noGrp="1"/>
          </p:cNvSpPr>
          <p:nvPr>
            <p:ph idx="1"/>
          </p:nvPr>
        </p:nvSpPr>
        <p:spPr/>
        <p:txBody>
          <a:bodyPr/>
          <a:lstStyle/>
          <a:p>
            <a:r>
              <a:rPr lang="en-US" altLang="zh-CN">
                <a:latin typeface="Calibri" panose="020F0502020204030204" charset="0"/>
                <a:ea typeface="宋体" panose="02010600030101010101" pitchFamily="2" charset="-122"/>
                <a:sym typeface="+mn-ea"/>
              </a:rPr>
              <a:t>  </a:t>
            </a:r>
            <a:r>
              <a:rPr lang="zh-CN" altLang="en-US">
                <a:latin typeface="Calibri" panose="020F0502020204030204" charset="0"/>
                <a:ea typeface="宋体" panose="02010600030101010101" pitchFamily="2" charset="-122"/>
                <a:sym typeface="+mn-ea"/>
              </a:rPr>
              <a:t>对于平行束成像，我们用中心切片定理推导出了一些图像重建的算法。对于扇形束成像，并没有相应的中心切片定理。</a:t>
            </a:r>
            <a:endParaRPr lang="zh-CN" altLang="en-US">
              <a:latin typeface="Calibri" panose="020F0502020204030204" charset="0"/>
              <a:ea typeface="宋体" panose="02010600030101010101" pitchFamily="2" charset="-122"/>
            </a:endParaRPr>
          </a:p>
          <a:p>
            <a:endParaRPr lang="zh-CN" altLang="en-US">
              <a:latin typeface="Calibri" panose="020F0502020204030204" charset="0"/>
              <a:ea typeface="宋体" panose="02010600030101010101" pitchFamily="2" charset="-122"/>
            </a:endParaRPr>
          </a:p>
          <a:p>
            <a:r>
              <a:rPr lang="zh-CN" altLang="en-US">
                <a:latin typeface="Calibri" panose="020F0502020204030204" charset="0"/>
                <a:ea typeface="宋体" panose="02010600030101010101" pitchFamily="2" charset="-122"/>
                <a:sym typeface="+mn-ea"/>
              </a:rPr>
              <a:t>转换的思路：</a:t>
            </a:r>
            <a:endParaRPr lang="zh-CN" altLang="en-US">
              <a:latin typeface="Calibri" panose="020F0502020204030204" charset="0"/>
              <a:ea typeface="宋体" panose="02010600030101010101" pitchFamily="2" charset="-122"/>
            </a:endParaRPr>
          </a:p>
          <a:p>
            <a:r>
              <a:rPr lang="zh-CN" altLang="en-US">
                <a:latin typeface="Calibri" panose="020F0502020204030204" charset="0"/>
                <a:ea typeface="宋体" panose="02010600030101010101" pitchFamily="2" charset="-122"/>
                <a:sym typeface="+mn-ea"/>
              </a:rPr>
              <a:t>       把所有的扇形束射线放在一起进行分组，把互相平行的射线分为一组，这样就把扇形束的成像问题简化为平行束的成像问题。</a:t>
            </a:r>
            <a:endParaRPr lang="zh-CN" altLang="en-US">
              <a:latin typeface="Calibri" panose="020F0502020204030204" charset="0"/>
              <a:ea typeface="宋体" panose="02010600030101010101" pitchFamily="2" charset="-122"/>
            </a:endParaRPr>
          </a:p>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613410" y="459105"/>
            <a:ext cx="6120765" cy="5001260"/>
          </a:xfrm>
          <a:prstGeom prst="rect">
            <a:avLst/>
          </a:prstGeom>
        </p:spPr>
      </p:pic>
      <p:sp>
        <p:nvSpPr>
          <p:cNvPr id="5" name="文本框 4"/>
          <p:cNvSpPr txBox="1"/>
          <p:nvPr/>
        </p:nvSpPr>
        <p:spPr>
          <a:xfrm>
            <a:off x="6277610" y="2947035"/>
            <a:ext cx="2540000" cy="3138170"/>
          </a:xfrm>
          <a:prstGeom prst="rect">
            <a:avLst/>
          </a:prstGeom>
          <a:noFill/>
        </p:spPr>
        <p:txBody>
          <a:bodyPr wrap="square" rtlCol="0" anchor="t">
            <a:spAutoFit/>
          </a:bodyPr>
          <a:lstStyle/>
          <a:p>
            <a:r>
              <a:rPr lang="zh-CN" altLang="en-US"/>
              <a:t>对与扇形束成像，我们并没有相应的中心切片定理。我们只好想个别的办法来推导扇形束的图像重建算法。这个办法就是</a:t>
            </a:r>
            <a:r>
              <a:rPr lang="zh-CN" altLang="en-US">
                <a:solidFill>
                  <a:srgbClr val="FF0000"/>
                </a:solidFill>
              </a:rPr>
              <a:t>把扇形束的成像问题转化成平行光束的成像问题</a:t>
            </a:r>
            <a:r>
              <a:rPr lang="zh-CN" altLang="en-US"/>
              <a:t>，把平行光束图像重建的算法修正一下然后应用于解决扇形束的成像问题中。</a:t>
            </a:r>
          </a:p>
        </p:txBody>
      </p:sp>
      <p:sp>
        <p:nvSpPr>
          <p:cNvPr id="2" name="灯片编号占位符 1"/>
          <p:cNvSpPr>
            <a:spLocks noGrp="1"/>
          </p:cNvSpPr>
          <p:nvPr>
            <p:ph type="sldNum" sz="quarter" idx="12"/>
          </p:nvPr>
        </p:nvSpPr>
        <p:spPr/>
        <p:txBody>
          <a:bodyPr/>
          <a:lstStyle/>
          <a:p>
            <a:fld id="{7D9BB5D0-35E4-459D-AEF3-FE4D7C45CC19}" type="slidenum">
              <a:rPr lang="zh-CN" altLang="en-US" smtClean="0"/>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730885" y="299085"/>
            <a:ext cx="4785360" cy="4286250"/>
          </a:xfrm>
          <a:prstGeom prst="rect">
            <a:avLst/>
          </a:prstGeom>
        </p:spPr>
      </p:pic>
      <p:pic>
        <p:nvPicPr>
          <p:cNvPr id="5" name="图片 4"/>
          <p:cNvPicPr>
            <a:picLocks noChangeAspect="1"/>
          </p:cNvPicPr>
          <p:nvPr/>
        </p:nvPicPr>
        <p:blipFill>
          <a:blip r:embed="rId3"/>
          <a:stretch>
            <a:fillRect/>
          </a:stretch>
        </p:blipFill>
        <p:spPr>
          <a:xfrm>
            <a:off x="6219825" y="950595"/>
            <a:ext cx="1408430" cy="1099185"/>
          </a:xfrm>
          <a:prstGeom prst="rect">
            <a:avLst/>
          </a:prstGeom>
        </p:spPr>
      </p:pic>
      <p:pic>
        <p:nvPicPr>
          <p:cNvPr id="6" name="图片 5"/>
          <p:cNvPicPr>
            <a:picLocks noChangeAspect="1"/>
          </p:cNvPicPr>
          <p:nvPr/>
        </p:nvPicPr>
        <p:blipFill>
          <a:blip r:embed="rId4"/>
          <a:stretch>
            <a:fillRect/>
          </a:stretch>
        </p:blipFill>
        <p:spPr>
          <a:xfrm>
            <a:off x="5918835" y="2846705"/>
            <a:ext cx="2009775" cy="533400"/>
          </a:xfrm>
          <a:prstGeom prst="rect">
            <a:avLst/>
          </a:prstGeom>
        </p:spPr>
      </p:pic>
      <p:sp>
        <p:nvSpPr>
          <p:cNvPr id="2" name="灯片编号占位符 1"/>
          <p:cNvSpPr>
            <a:spLocks noGrp="1"/>
          </p:cNvSpPr>
          <p:nvPr>
            <p:ph type="sldNum" sz="quarter" idx="12"/>
          </p:nvPr>
        </p:nvSpPr>
        <p:spPr/>
        <p:txBody>
          <a:bodyPr/>
          <a:lstStyle/>
          <a:p>
            <a:fld id="{7D9BB5D0-35E4-459D-AEF3-FE4D7C45CC19}" type="slidenum">
              <a:rPr lang="zh-CN" altLang="en-US" smtClean="0"/>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41275" y="-5080"/>
            <a:ext cx="6648450" cy="5716905"/>
          </a:xfrm>
          <a:prstGeom prst="rect">
            <a:avLst/>
          </a:prstGeom>
        </p:spPr>
      </p:pic>
      <p:pic>
        <p:nvPicPr>
          <p:cNvPr id="5" name="图片 4"/>
          <p:cNvPicPr>
            <a:picLocks noChangeAspect="1"/>
          </p:cNvPicPr>
          <p:nvPr/>
        </p:nvPicPr>
        <p:blipFill>
          <a:blip r:embed="rId3"/>
          <a:stretch>
            <a:fillRect/>
          </a:stretch>
        </p:blipFill>
        <p:spPr>
          <a:xfrm>
            <a:off x="6130290" y="3399790"/>
            <a:ext cx="2662555" cy="3242310"/>
          </a:xfrm>
          <a:prstGeom prst="rect">
            <a:avLst/>
          </a:prstGeom>
        </p:spPr>
      </p:pic>
      <p:sp>
        <p:nvSpPr>
          <p:cNvPr id="2" name="灯片编号占位符 1"/>
          <p:cNvSpPr>
            <a:spLocks noGrp="1"/>
          </p:cNvSpPr>
          <p:nvPr>
            <p:ph type="sldNum" sz="quarter" idx="12"/>
          </p:nvPr>
        </p:nvSpPr>
        <p:spPr/>
        <p:txBody>
          <a:bodyPr/>
          <a:lstStyle/>
          <a:p>
            <a:fld id="{7D9BB5D0-35E4-459D-AEF3-FE4D7C45CC19}" type="slidenum">
              <a:rPr lang="zh-CN" altLang="en-US" smtClean="0"/>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等角度扇形重建算法</a:t>
            </a:r>
            <a:br>
              <a:rPr lang="zh-CN" altLang="en-US"/>
            </a:br>
            <a:endParaRPr lang="zh-CN" altLang="en-US"/>
          </a:p>
        </p:txBody>
      </p:sp>
      <p:sp>
        <p:nvSpPr>
          <p:cNvPr id="3" name="内容占位符 2"/>
          <p:cNvSpPr>
            <a:spLocks noGrp="1"/>
          </p:cNvSpPr>
          <p:nvPr>
            <p:ph idx="1"/>
          </p:nvPr>
        </p:nvSpPr>
        <p:spPr>
          <a:xfrm>
            <a:off x="628650" y="1390650"/>
            <a:ext cx="7886700" cy="4351338"/>
          </a:xfrm>
        </p:spPr>
        <p:txBody>
          <a:bodyPr/>
          <a:lstStyle/>
          <a:p>
            <a:r>
              <a:rPr lang="zh-CN" altLang="en-US">
                <a:sym typeface="+mn-ea"/>
              </a:rPr>
              <a:t>出发点是平行束的</a:t>
            </a:r>
            <a:r>
              <a:rPr lang="en-US" altLang="zh-CN">
                <a:sym typeface="+mn-ea"/>
              </a:rPr>
              <a:t>FBP</a:t>
            </a:r>
            <a:r>
              <a:rPr lang="zh-CN" altLang="en-US">
                <a:sym typeface="+mn-ea"/>
              </a:rPr>
              <a:t>的算法推导，但是要用极坐标         ，而不是直角坐标系（</a:t>
            </a:r>
            <a:r>
              <a:rPr lang="en-US" altLang="zh-CN">
                <a:sym typeface="+mn-ea"/>
              </a:rPr>
              <a:t>x,y</a:t>
            </a:r>
            <a:r>
              <a:rPr lang="zh-CN" altLang="en-US">
                <a:sym typeface="+mn-ea"/>
              </a:rPr>
              <a:t>）的表达式，所以要对坐标进行替换：</a:t>
            </a:r>
            <a:endParaRPr lang="zh-CN" altLang="en-US"/>
          </a:p>
        </p:txBody>
      </p:sp>
      <p:graphicFrame>
        <p:nvGraphicFramePr>
          <p:cNvPr id="14339" name="对象 1">
            <a:hlinkClick r:id="" action="ppaction://ole?verb=0"/>
          </p:cNvPr>
          <p:cNvGraphicFramePr>
            <a:graphicFrameLocks noChangeAspect="1"/>
          </p:cNvGraphicFramePr>
          <p:nvPr/>
        </p:nvGraphicFramePr>
        <p:xfrm>
          <a:off x="1699578" y="1844993"/>
          <a:ext cx="701675" cy="387350"/>
        </p:xfrm>
        <a:graphic>
          <a:graphicData uri="http://schemas.openxmlformats.org/presentationml/2006/ole">
            <mc:AlternateContent xmlns:mc="http://schemas.openxmlformats.org/markup-compatibility/2006">
              <mc:Choice xmlns:v="urn:schemas-microsoft-com:vml" Requires="v">
                <p:oleObj r:id="rId2" imgW="368300" imgH="203200" progId="Equation.KSEE3">
                  <p:embed/>
                </p:oleObj>
              </mc:Choice>
              <mc:Fallback>
                <p:oleObj r:id="rId2" imgW="368300" imgH="203200" progId="Equation.KSEE3">
                  <p:embed/>
                  <p:pic>
                    <p:nvPicPr>
                      <p:cNvPr id="0" name="图片 3133"/>
                      <p:cNvPicPr/>
                      <p:nvPr/>
                    </p:nvPicPr>
                    <p:blipFill>
                      <a:blip r:embed="rId3"/>
                      <a:stretch>
                        <a:fillRect/>
                      </a:stretch>
                    </p:blipFill>
                    <p:spPr>
                      <a:xfrm>
                        <a:off x="1699578" y="1844993"/>
                        <a:ext cx="701675" cy="387350"/>
                      </a:xfrm>
                      <a:prstGeom prst="rect">
                        <a:avLst/>
                      </a:prstGeom>
                      <a:noFill/>
                      <a:ln w="38100">
                        <a:noFill/>
                        <a:miter/>
                      </a:ln>
                    </p:spPr>
                  </p:pic>
                </p:oleObj>
              </mc:Fallback>
            </mc:AlternateContent>
          </a:graphicData>
        </a:graphic>
      </p:graphicFrame>
      <p:graphicFrame>
        <p:nvGraphicFramePr>
          <p:cNvPr id="14340" name="对象 2">
            <a:hlinkClick r:id="" action="ppaction://ole?verb=0"/>
          </p:cNvPr>
          <p:cNvGraphicFramePr>
            <a:graphicFrameLocks noChangeAspect="1"/>
          </p:cNvGraphicFramePr>
          <p:nvPr/>
        </p:nvGraphicFramePr>
        <p:xfrm>
          <a:off x="825024" y="2741136"/>
          <a:ext cx="6950075" cy="436245"/>
        </p:xfrm>
        <a:graphic>
          <a:graphicData uri="http://schemas.openxmlformats.org/presentationml/2006/ole">
            <mc:AlternateContent xmlns:mc="http://schemas.openxmlformats.org/markup-compatibility/2006">
              <mc:Choice xmlns:v="urn:schemas-microsoft-com:vml" Requires="v">
                <p:oleObj r:id="rId4" imgW="3238500" imgH="203200" progId="Equation.KSEE3">
                  <p:embed/>
                </p:oleObj>
              </mc:Choice>
              <mc:Fallback>
                <p:oleObj r:id="rId4" imgW="3238500" imgH="203200" progId="Equation.KSEE3">
                  <p:embed/>
                  <p:pic>
                    <p:nvPicPr>
                      <p:cNvPr id="0" name="图片 3134"/>
                      <p:cNvPicPr/>
                      <p:nvPr/>
                    </p:nvPicPr>
                    <p:blipFill>
                      <a:blip r:embed="rId5"/>
                      <a:stretch>
                        <a:fillRect/>
                      </a:stretch>
                    </p:blipFill>
                    <p:spPr>
                      <a:xfrm>
                        <a:off x="825024" y="2741136"/>
                        <a:ext cx="6950075" cy="436245"/>
                      </a:xfrm>
                      <a:prstGeom prst="rect">
                        <a:avLst/>
                      </a:prstGeom>
                      <a:noFill/>
                      <a:ln w="38100">
                        <a:noFill/>
                        <a:miter/>
                      </a:ln>
                    </p:spPr>
                  </p:pic>
                </p:oleObj>
              </mc:Fallback>
            </mc:AlternateContent>
          </a:graphicData>
        </a:graphic>
      </p:graphicFrame>
      <p:sp>
        <p:nvSpPr>
          <p:cNvPr id="4" name="灯片编号占位符 3"/>
          <p:cNvSpPr>
            <a:spLocks noGrp="1"/>
          </p:cNvSpPr>
          <p:nvPr>
            <p:ph type="sldNum" sz="quarter" idx="12"/>
          </p:nvPr>
        </p:nvSpPr>
        <p:spPr/>
        <p:txBody>
          <a:bodyPr/>
          <a:lstStyle/>
          <a:p>
            <a:fld id="{7D9BB5D0-35E4-459D-AEF3-FE4D7C45CC19}" type="slidenum">
              <a:rPr lang="zh-CN" altLang="en-US" smtClean="0"/>
              <a:t>14</a:t>
            </a:fld>
            <a:endParaRPr lang="zh-CN" altLang="en-US"/>
          </a:p>
        </p:txBody>
      </p:sp>
      <p:pic>
        <p:nvPicPr>
          <p:cNvPr id="5" name="图片 4" descr="ppt用图"/>
          <p:cNvPicPr>
            <a:picLocks noChangeAspect="1"/>
          </p:cNvPicPr>
          <p:nvPr/>
        </p:nvPicPr>
        <p:blipFill>
          <a:blip r:embed="rId6"/>
          <a:stretch>
            <a:fillRect/>
          </a:stretch>
        </p:blipFill>
        <p:spPr>
          <a:xfrm>
            <a:off x="628650" y="3399155"/>
            <a:ext cx="5265420" cy="29571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351790"/>
            <a:ext cx="7886700" cy="5825490"/>
          </a:xfrm>
        </p:spPr>
        <p:txBody>
          <a:bodyPr/>
          <a:lstStyle/>
          <a:p>
            <a:pPr marL="0" indent="0">
              <a:buNone/>
            </a:pPr>
            <a:endParaRPr lang="zh-CN" altLang="en-US"/>
          </a:p>
          <a:p>
            <a:pPr marL="0" indent="0">
              <a:buNone/>
            </a:pPr>
            <a:endParaRPr lang="zh-CN" altLang="en-US"/>
          </a:p>
          <a:p>
            <a:pPr marL="0" indent="0">
              <a:buNone/>
            </a:pPr>
            <a:r>
              <a:rPr lang="zh-CN" altLang="en-US">
                <a:sym typeface="+mn-ea"/>
              </a:rPr>
              <a:t>已知平行束重建算法为：</a:t>
            </a:r>
            <a:endParaRPr lang="zh-CN" altLang="en-US"/>
          </a:p>
          <a:p>
            <a:pPr marL="0" indent="0">
              <a:buNone/>
            </a:pPr>
            <a:br>
              <a:rPr lang="zh-CN" altLang="en-US">
                <a:sym typeface="+mn-ea"/>
              </a:rPr>
            </a:br>
            <a:br>
              <a:rPr lang="zh-CN" altLang="en-US">
                <a:sym typeface="+mn-ea"/>
              </a:rPr>
            </a:br>
            <a:endParaRPr lang="zh-CN" altLang="en-US">
              <a:sym typeface="+mn-ea"/>
            </a:endParaRPr>
          </a:p>
          <a:p>
            <a:pPr marL="0" indent="0">
              <a:buNone/>
            </a:pPr>
            <a:r>
              <a:rPr lang="zh-CN" altLang="en-US">
                <a:sym typeface="+mn-ea"/>
              </a:rPr>
              <a:t>转化为极坐标后得：</a:t>
            </a:r>
            <a:endParaRPr lang="zh-CN" altLang="en-US"/>
          </a:p>
          <a:p>
            <a:pPr marL="0" indent="0">
              <a:buNone/>
            </a:pPr>
            <a:endParaRPr lang="zh-CN" altLang="en-US"/>
          </a:p>
        </p:txBody>
      </p:sp>
      <p:graphicFrame>
        <p:nvGraphicFramePr>
          <p:cNvPr id="14340" name="对象 2">
            <a:hlinkClick r:id="" action="ppaction://ole?verb=0"/>
          </p:cNvPr>
          <p:cNvGraphicFramePr>
            <a:graphicFrameLocks noChangeAspect="1"/>
          </p:cNvGraphicFramePr>
          <p:nvPr/>
        </p:nvGraphicFramePr>
        <p:xfrm>
          <a:off x="720249" y="608806"/>
          <a:ext cx="6950075" cy="436245"/>
        </p:xfrm>
        <a:graphic>
          <a:graphicData uri="http://schemas.openxmlformats.org/presentationml/2006/ole">
            <mc:AlternateContent xmlns:mc="http://schemas.openxmlformats.org/markup-compatibility/2006">
              <mc:Choice xmlns:v="urn:schemas-microsoft-com:vml" Requires="v">
                <p:oleObj r:id="rId2" imgW="3238500" imgH="203200" progId="Equation.KSEE3">
                  <p:embed/>
                </p:oleObj>
              </mc:Choice>
              <mc:Fallback>
                <p:oleObj r:id="rId2" imgW="3238500" imgH="203200" progId="Equation.KSEE3">
                  <p:embed/>
                  <p:pic>
                    <p:nvPicPr>
                      <p:cNvPr id="0" name="图片 3134"/>
                      <p:cNvPicPr/>
                      <p:nvPr/>
                    </p:nvPicPr>
                    <p:blipFill>
                      <a:blip r:embed="rId3"/>
                      <a:stretch>
                        <a:fillRect/>
                      </a:stretch>
                    </p:blipFill>
                    <p:spPr>
                      <a:xfrm>
                        <a:off x="720249" y="608806"/>
                        <a:ext cx="6950075" cy="436245"/>
                      </a:xfrm>
                      <a:prstGeom prst="rect">
                        <a:avLst/>
                      </a:prstGeom>
                      <a:noFill/>
                      <a:ln w="38100">
                        <a:noFill/>
                        <a:miter/>
                      </a:ln>
                    </p:spPr>
                  </p:pic>
                </p:oleObj>
              </mc:Fallback>
            </mc:AlternateContent>
          </a:graphicData>
        </a:graphic>
      </p:graphicFrame>
      <p:graphicFrame>
        <p:nvGraphicFramePr>
          <p:cNvPr id="14341" name="对象 3">
            <a:hlinkClick r:id="" action="ppaction://ole?verb=0"/>
          </p:cNvPr>
          <p:cNvGraphicFramePr>
            <a:graphicFrameLocks noChangeAspect="1"/>
          </p:cNvGraphicFramePr>
          <p:nvPr/>
        </p:nvGraphicFramePr>
        <p:xfrm>
          <a:off x="719773" y="1960880"/>
          <a:ext cx="5675312" cy="946150"/>
        </p:xfrm>
        <a:graphic>
          <a:graphicData uri="http://schemas.openxmlformats.org/presentationml/2006/ole">
            <mc:AlternateContent xmlns:mc="http://schemas.openxmlformats.org/markup-compatibility/2006">
              <mc:Choice xmlns:v="urn:schemas-microsoft-com:vml" Requires="v">
                <p:oleObj r:id="rId4" imgW="2895600" imgH="482600" progId="Equation.KSEE3">
                  <p:embed/>
                </p:oleObj>
              </mc:Choice>
              <mc:Fallback>
                <p:oleObj r:id="rId4" imgW="2895600" imgH="482600" progId="Equation.KSEE3">
                  <p:embed/>
                  <p:pic>
                    <p:nvPicPr>
                      <p:cNvPr id="0" name="图片 3135"/>
                      <p:cNvPicPr/>
                      <p:nvPr/>
                    </p:nvPicPr>
                    <p:blipFill>
                      <a:blip r:embed="rId5"/>
                      <a:stretch>
                        <a:fillRect/>
                      </a:stretch>
                    </p:blipFill>
                    <p:spPr>
                      <a:xfrm>
                        <a:off x="719773" y="1960880"/>
                        <a:ext cx="5675312" cy="946150"/>
                      </a:xfrm>
                      <a:prstGeom prst="rect">
                        <a:avLst/>
                      </a:prstGeom>
                      <a:noFill/>
                      <a:ln w="38100">
                        <a:noFill/>
                        <a:miter/>
                      </a:ln>
                    </p:spPr>
                  </p:pic>
                </p:oleObj>
              </mc:Fallback>
            </mc:AlternateContent>
          </a:graphicData>
        </a:graphic>
      </p:graphicFrame>
      <p:graphicFrame>
        <p:nvGraphicFramePr>
          <p:cNvPr id="14342" name="对象 4">
            <a:hlinkClick r:id="" action="ppaction://ole?verb=0"/>
          </p:cNvPr>
          <p:cNvGraphicFramePr>
            <a:graphicFrameLocks noChangeAspect="1"/>
          </p:cNvGraphicFramePr>
          <p:nvPr/>
        </p:nvGraphicFramePr>
        <p:xfrm>
          <a:off x="719773" y="3946208"/>
          <a:ext cx="6364287" cy="1093787"/>
        </p:xfrm>
        <a:graphic>
          <a:graphicData uri="http://schemas.openxmlformats.org/presentationml/2006/ole">
            <mc:AlternateContent xmlns:mc="http://schemas.openxmlformats.org/markup-compatibility/2006">
              <mc:Choice xmlns:v="urn:schemas-microsoft-com:vml" Requires="v">
                <p:oleObj r:id="rId6" imgW="2806700" imgH="482600" progId="Equation.KSEE3">
                  <p:embed/>
                </p:oleObj>
              </mc:Choice>
              <mc:Fallback>
                <p:oleObj r:id="rId6" imgW="2806700" imgH="482600" progId="Equation.KSEE3">
                  <p:embed/>
                  <p:pic>
                    <p:nvPicPr>
                      <p:cNvPr id="0" name="图片 3127"/>
                      <p:cNvPicPr/>
                      <p:nvPr/>
                    </p:nvPicPr>
                    <p:blipFill>
                      <a:blip r:embed="rId7"/>
                      <a:stretch>
                        <a:fillRect/>
                      </a:stretch>
                    </p:blipFill>
                    <p:spPr>
                      <a:xfrm>
                        <a:off x="719773" y="3946208"/>
                        <a:ext cx="6364287" cy="1093787"/>
                      </a:xfrm>
                      <a:prstGeom prst="rect">
                        <a:avLst/>
                      </a:prstGeom>
                      <a:noFill/>
                      <a:ln w="38100">
                        <a:noFill/>
                        <a:miter/>
                      </a:ln>
                    </p:spPr>
                  </p:pic>
                </p:oleObj>
              </mc:Fallback>
            </mc:AlternateContent>
          </a:graphicData>
        </a:graphic>
      </p:graphicFrame>
      <p:sp>
        <p:nvSpPr>
          <p:cNvPr id="2" name="灯片编号占位符 1"/>
          <p:cNvSpPr>
            <a:spLocks noGrp="1"/>
          </p:cNvSpPr>
          <p:nvPr>
            <p:ph type="sldNum" sz="quarter" idx="12"/>
          </p:nvPr>
        </p:nvSpPr>
        <p:spPr/>
        <p:txBody>
          <a:bodyPr/>
          <a:lstStyle/>
          <a:p>
            <a:fld id="{7D9BB5D0-35E4-459D-AEF3-FE4D7C45CC19}" type="slidenum">
              <a:rPr lang="zh-CN" altLang="en-US" smtClean="0"/>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87325" y="387350"/>
            <a:ext cx="9150350" cy="1198880"/>
          </a:xfrm>
          <a:prstGeom prst="rect">
            <a:avLst/>
          </a:prstGeom>
          <a:noFill/>
        </p:spPr>
        <p:txBody>
          <a:bodyPr wrap="none" rtlCol="0" anchor="t">
            <a:spAutoFit/>
          </a:bodyPr>
          <a:lstStyle/>
          <a:p>
            <a:pPr marL="0" indent="0" fontAlgn="auto">
              <a:lnSpc>
                <a:spcPct val="150000"/>
              </a:lnSpc>
              <a:buNone/>
            </a:pPr>
            <a:r>
              <a:rPr lang="zh-CN" altLang="en-US" sz="2400">
                <a:sym typeface="+mn-ea"/>
              </a:rPr>
              <a:t>利用                                将平行束的变量</a:t>
            </a:r>
            <a:r>
              <a:rPr lang="en-US" altLang="zh-CN" sz="2400">
                <a:sym typeface="+mn-ea"/>
              </a:rPr>
              <a:t>dsd</a:t>
            </a:r>
            <a:r>
              <a:rPr lang="en-US" altLang="zh-CN" sz="2400">
                <a:latin typeface="Arial" panose="020B0604020202020204" pitchFamily="34" charset="0"/>
                <a:sym typeface="+mn-ea"/>
              </a:rPr>
              <a:t>θ</a:t>
            </a:r>
            <a:r>
              <a:rPr lang="zh-CN" altLang="en-US" sz="2400">
                <a:sym typeface="+mn-ea"/>
              </a:rPr>
              <a:t>换成扇形束的变量</a:t>
            </a:r>
            <a:r>
              <a:rPr lang="en-US" altLang="zh-CN" sz="2400">
                <a:sym typeface="+mn-ea"/>
              </a:rPr>
              <a:t>d</a:t>
            </a:r>
            <a:r>
              <a:rPr lang="en-US" altLang="zh-CN" sz="2400">
                <a:latin typeface="Arial" panose="020B0604020202020204" pitchFamily="34" charset="0"/>
                <a:sym typeface="+mn-ea"/>
              </a:rPr>
              <a:t>γdβ</a:t>
            </a:r>
            <a:r>
              <a:rPr lang="zh-CN" altLang="en-US" sz="2400">
                <a:sym typeface="+mn-ea"/>
              </a:rPr>
              <a:t>，</a:t>
            </a:r>
          </a:p>
          <a:p>
            <a:pPr marL="0" indent="0" fontAlgn="auto">
              <a:lnSpc>
                <a:spcPct val="150000"/>
              </a:lnSpc>
              <a:buNone/>
            </a:pPr>
            <a:r>
              <a:rPr lang="zh-CN" altLang="en-US" sz="2400">
                <a:sym typeface="+mn-ea"/>
              </a:rPr>
              <a:t>其中雅克比因子为                        ，这样可得</a:t>
            </a:r>
            <a:endParaRPr lang="zh-CN" altLang="en-US" sz="2400"/>
          </a:p>
        </p:txBody>
      </p:sp>
      <p:graphicFrame>
        <p:nvGraphicFramePr>
          <p:cNvPr id="15363" name="对象 1">
            <a:hlinkClick r:id="" action="ppaction://ole?verb=0"/>
          </p:cNvPr>
          <p:cNvGraphicFramePr>
            <a:graphicFrameLocks noChangeAspect="1"/>
          </p:cNvGraphicFramePr>
          <p:nvPr/>
        </p:nvGraphicFramePr>
        <p:xfrm>
          <a:off x="962660" y="598805"/>
          <a:ext cx="2122488" cy="330200"/>
        </p:xfrm>
        <a:graphic>
          <a:graphicData uri="http://schemas.openxmlformats.org/presentationml/2006/ole">
            <mc:AlternateContent xmlns:mc="http://schemas.openxmlformats.org/markup-compatibility/2006">
              <mc:Choice xmlns:v="urn:schemas-microsoft-com:vml" Requires="v">
                <p:oleObj r:id="rId2" imgW="1308100" imgH="203200" progId="Equation.KSEE3">
                  <p:embed/>
                </p:oleObj>
              </mc:Choice>
              <mc:Fallback>
                <p:oleObj r:id="rId2" imgW="1308100" imgH="203200" progId="Equation.KSEE3">
                  <p:embed/>
                  <p:pic>
                    <p:nvPicPr>
                      <p:cNvPr id="0" name="图片 3126"/>
                      <p:cNvPicPr/>
                      <p:nvPr/>
                    </p:nvPicPr>
                    <p:blipFill>
                      <a:blip r:embed="rId3"/>
                      <a:stretch>
                        <a:fillRect/>
                      </a:stretch>
                    </p:blipFill>
                    <p:spPr>
                      <a:xfrm>
                        <a:off x="962660" y="598805"/>
                        <a:ext cx="2122488" cy="330200"/>
                      </a:xfrm>
                      <a:prstGeom prst="rect">
                        <a:avLst/>
                      </a:prstGeom>
                      <a:noFill/>
                      <a:ln w="38100">
                        <a:noFill/>
                        <a:miter/>
                      </a:ln>
                    </p:spPr>
                  </p:pic>
                </p:oleObj>
              </mc:Fallback>
            </mc:AlternateContent>
          </a:graphicData>
        </a:graphic>
      </p:graphicFrame>
      <p:graphicFrame>
        <p:nvGraphicFramePr>
          <p:cNvPr id="15364" name="对象 3">
            <a:hlinkClick r:id="" action="ppaction://ole?verb=0"/>
          </p:cNvPr>
          <p:cNvGraphicFramePr>
            <a:graphicFrameLocks noChangeAspect="1"/>
          </p:cNvGraphicFramePr>
          <p:nvPr/>
        </p:nvGraphicFramePr>
        <p:xfrm>
          <a:off x="2808605" y="1029970"/>
          <a:ext cx="1377315" cy="479425"/>
        </p:xfrm>
        <a:graphic>
          <a:graphicData uri="http://schemas.openxmlformats.org/presentationml/2006/ole">
            <mc:AlternateContent xmlns:mc="http://schemas.openxmlformats.org/markup-compatibility/2006">
              <mc:Choice xmlns:v="urn:schemas-microsoft-com:vml" Requires="v">
                <p:oleObj r:id="rId4" imgW="774065" imgH="254000" progId="Equation.KSEE3">
                  <p:embed/>
                </p:oleObj>
              </mc:Choice>
              <mc:Fallback>
                <p:oleObj r:id="rId4" imgW="774065" imgH="254000" progId="Equation.KSEE3">
                  <p:embed/>
                  <p:pic>
                    <p:nvPicPr>
                      <p:cNvPr id="0" name="图片 3129"/>
                      <p:cNvPicPr/>
                      <p:nvPr/>
                    </p:nvPicPr>
                    <p:blipFill>
                      <a:blip r:embed="rId5"/>
                      <a:stretch>
                        <a:fillRect/>
                      </a:stretch>
                    </p:blipFill>
                    <p:spPr>
                      <a:xfrm>
                        <a:off x="2808605" y="1029970"/>
                        <a:ext cx="1377315" cy="479425"/>
                      </a:xfrm>
                      <a:prstGeom prst="rect">
                        <a:avLst/>
                      </a:prstGeom>
                      <a:noFill/>
                      <a:ln w="38100">
                        <a:noFill/>
                        <a:miter/>
                      </a:ln>
                    </p:spPr>
                  </p:pic>
                </p:oleObj>
              </mc:Fallback>
            </mc:AlternateContent>
          </a:graphicData>
        </a:graphic>
      </p:graphicFrame>
      <p:graphicFrame>
        <p:nvGraphicFramePr>
          <p:cNvPr id="14342" name="对象 4">
            <a:hlinkClick r:id="" action="ppaction://ole?verb=0"/>
          </p:cNvPr>
          <p:cNvGraphicFramePr>
            <a:graphicFrameLocks noChangeAspect="1"/>
          </p:cNvGraphicFramePr>
          <p:nvPr/>
        </p:nvGraphicFramePr>
        <p:xfrm>
          <a:off x="549593" y="1688783"/>
          <a:ext cx="6364287" cy="1093787"/>
        </p:xfrm>
        <a:graphic>
          <a:graphicData uri="http://schemas.openxmlformats.org/presentationml/2006/ole">
            <mc:AlternateContent xmlns:mc="http://schemas.openxmlformats.org/markup-compatibility/2006">
              <mc:Choice xmlns:v="urn:schemas-microsoft-com:vml" Requires="v">
                <p:oleObj r:id="rId6" imgW="2806700" imgH="482600" progId="Equation.KSEE3">
                  <p:embed/>
                </p:oleObj>
              </mc:Choice>
              <mc:Fallback>
                <p:oleObj r:id="rId6" imgW="2806700" imgH="482600" progId="Equation.KSEE3">
                  <p:embed/>
                  <p:pic>
                    <p:nvPicPr>
                      <p:cNvPr id="0" name="图片 3127"/>
                      <p:cNvPicPr/>
                      <p:nvPr/>
                    </p:nvPicPr>
                    <p:blipFill>
                      <a:blip r:embed="rId7"/>
                      <a:stretch>
                        <a:fillRect/>
                      </a:stretch>
                    </p:blipFill>
                    <p:spPr>
                      <a:xfrm>
                        <a:off x="549593" y="1688783"/>
                        <a:ext cx="6364287" cy="1093787"/>
                      </a:xfrm>
                      <a:prstGeom prst="rect">
                        <a:avLst/>
                      </a:prstGeom>
                      <a:noFill/>
                      <a:ln w="38100">
                        <a:noFill/>
                        <a:miter/>
                      </a:ln>
                    </p:spPr>
                  </p:pic>
                </p:oleObj>
              </mc:Fallback>
            </mc:AlternateContent>
          </a:graphicData>
        </a:graphic>
      </p:graphicFrame>
      <p:sp>
        <p:nvSpPr>
          <p:cNvPr id="5" name="文本框 4"/>
          <p:cNvSpPr txBox="1"/>
          <p:nvPr/>
        </p:nvSpPr>
        <p:spPr>
          <a:xfrm>
            <a:off x="7538720" y="1962785"/>
            <a:ext cx="640080" cy="368300"/>
          </a:xfrm>
          <a:prstGeom prst="rect">
            <a:avLst/>
          </a:prstGeom>
          <a:noFill/>
        </p:spPr>
        <p:txBody>
          <a:bodyPr wrap="none" rtlCol="0">
            <a:spAutoFit/>
          </a:bodyPr>
          <a:lstStyle/>
          <a:p>
            <a:r>
              <a:rPr lang="zh-CN" altLang="en-US"/>
              <a:t>变成</a:t>
            </a:r>
          </a:p>
        </p:txBody>
      </p:sp>
      <p:graphicFrame>
        <p:nvGraphicFramePr>
          <p:cNvPr id="15365" name="对象 4">
            <a:hlinkClick r:id="" action="ppaction://ole?verb=0"/>
          </p:cNvPr>
          <p:cNvGraphicFramePr>
            <a:graphicFrameLocks noChangeAspect="1"/>
          </p:cNvGraphicFramePr>
          <p:nvPr/>
        </p:nvGraphicFramePr>
        <p:xfrm>
          <a:off x="420529" y="3003233"/>
          <a:ext cx="7846695" cy="1003935"/>
        </p:xfrm>
        <a:graphic>
          <a:graphicData uri="http://schemas.openxmlformats.org/presentationml/2006/ole">
            <mc:AlternateContent xmlns:mc="http://schemas.openxmlformats.org/markup-compatibility/2006">
              <mc:Choice xmlns:v="urn:schemas-microsoft-com:vml" Requires="v">
                <p:oleObj r:id="rId8" imgW="3873500" imgH="495300" progId="Equation.KSEE3">
                  <p:embed/>
                </p:oleObj>
              </mc:Choice>
              <mc:Fallback>
                <p:oleObj r:id="rId8" imgW="3873500" imgH="495300" progId="Equation.KSEE3">
                  <p:embed/>
                  <p:pic>
                    <p:nvPicPr>
                      <p:cNvPr id="0" name="图片 3130"/>
                      <p:cNvPicPr/>
                      <p:nvPr/>
                    </p:nvPicPr>
                    <p:blipFill>
                      <a:blip r:embed="rId9"/>
                      <a:stretch>
                        <a:fillRect/>
                      </a:stretch>
                    </p:blipFill>
                    <p:spPr>
                      <a:xfrm>
                        <a:off x="420529" y="3003233"/>
                        <a:ext cx="7846695" cy="1003935"/>
                      </a:xfrm>
                      <a:prstGeom prst="rect">
                        <a:avLst/>
                      </a:prstGeom>
                      <a:noFill/>
                      <a:ln w="38100">
                        <a:noFill/>
                        <a:miter/>
                      </a:ln>
                    </p:spPr>
                  </p:pic>
                </p:oleObj>
              </mc:Fallback>
            </mc:AlternateContent>
          </a:graphicData>
        </a:graphic>
      </p:graphicFrame>
      <p:cxnSp>
        <p:nvCxnSpPr>
          <p:cNvPr id="2" name="直接连接符 1"/>
          <p:cNvCxnSpPr/>
          <p:nvPr/>
        </p:nvCxnSpPr>
        <p:spPr>
          <a:xfrm flipV="1">
            <a:off x="3457575" y="3780000"/>
            <a:ext cx="3276000"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345815" y="4514215"/>
            <a:ext cx="3154680" cy="368300"/>
          </a:xfrm>
          <a:prstGeom prst="rect">
            <a:avLst/>
          </a:prstGeom>
          <a:noFill/>
        </p:spPr>
        <p:txBody>
          <a:bodyPr wrap="none" rtlCol="0">
            <a:spAutoFit/>
          </a:bodyPr>
          <a:lstStyle/>
          <a:p>
            <a:r>
              <a:rPr lang="zh-CN" altLang="en-US"/>
              <a:t>对这一部分利用几何关系化简</a:t>
            </a:r>
          </a:p>
        </p:txBody>
      </p:sp>
      <p:cxnSp>
        <p:nvCxnSpPr>
          <p:cNvPr id="6" name="直接箭头连接符 5"/>
          <p:cNvCxnSpPr/>
          <p:nvPr/>
        </p:nvCxnSpPr>
        <p:spPr>
          <a:xfrm flipH="1">
            <a:off x="5056505" y="3869690"/>
            <a:ext cx="131445" cy="53975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p:ph type="sldNum" sz="quarter" idx="12"/>
          </p:nvPr>
        </p:nvSpPr>
        <p:spPr/>
        <p:txBody>
          <a:bodyPr/>
          <a:lstStyle/>
          <a:p>
            <a:fld id="{7D9BB5D0-35E4-459D-AEF3-FE4D7C45CC19}" type="slidenum">
              <a:rPr lang="zh-CN" altLang="en-US" smtClean="0"/>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043305" y="-14605"/>
            <a:ext cx="5296535" cy="3348355"/>
          </a:xfrm>
          <a:prstGeom prst="rect">
            <a:avLst/>
          </a:prstGeom>
        </p:spPr>
      </p:pic>
      <p:graphicFrame>
        <p:nvGraphicFramePr>
          <p:cNvPr id="6" name="对象 11">
            <a:hlinkClick r:id="" action="ppaction://ole?verb=0"/>
          </p:cNvPr>
          <p:cNvGraphicFramePr>
            <a:graphicFrameLocks noChangeAspect="1"/>
          </p:cNvGraphicFramePr>
          <p:nvPr/>
        </p:nvGraphicFramePr>
        <p:xfrm>
          <a:off x="1295083" y="5578476"/>
          <a:ext cx="6155055" cy="961390"/>
        </p:xfrm>
        <a:graphic>
          <a:graphicData uri="http://schemas.openxmlformats.org/presentationml/2006/ole">
            <mc:AlternateContent xmlns:mc="http://schemas.openxmlformats.org/markup-compatibility/2006">
              <mc:Choice xmlns:v="urn:schemas-microsoft-com:vml" Requires="v">
                <p:oleObj r:id="rId3" imgW="3175000" imgH="495300" progId="Equation.KSEE3">
                  <p:embed/>
                </p:oleObj>
              </mc:Choice>
              <mc:Fallback>
                <p:oleObj r:id="rId3" imgW="3175000" imgH="495300" progId="Equation.KSEE3">
                  <p:embed/>
                  <p:pic>
                    <p:nvPicPr>
                      <p:cNvPr id="0" name="图片 3116"/>
                      <p:cNvPicPr/>
                      <p:nvPr/>
                    </p:nvPicPr>
                    <p:blipFill>
                      <a:blip r:embed="rId4"/>
                      <a:stretch>
                        <a:fillRect/>
                      </a:stretch>
                    </p:blipFill>
                    <p:spPr>
                      <a:xfrm>
                        <a:off x="1295083" y="5578476"/>
                        <a:ext cx="6155055" cy="961390"/>
                      </a:xfrm>
                      <a:prstGeom prst="rect">
                        <a:avLst/>
                      </a:prstGeom>
                      <a:noFill/>
                      <a:ln w="38100">
                        <a:noFill/>
                        <a:miter/>
                      </a:ln>
                    </p:spPr>
                  </p:pic>
                </p:oleObj>
              </mc:Fallback>
            </mc:AlternateContent>
          </a:graphicData>
        </a:graphic>
      </p:graphicFrame>
      <p:sp>
        <p:nvSpPr>
          <p:cNvPr id="2" name="灯片编号占位符 1"/>
          <p:cNvSpPr>
            <a:spLocks noGrp="1"/>
          </p:cNvSpPr>
          <p:nvPr>
            <p:ph type="sldNum" sz="quarter" idx="12"/>
          </p:nvPr>
        </p:nvSpPr>
        <p:spPr/>
        <p:txBody>
          <a:bodyPr/>
          <a:lstStyle/>
          <a:p>
            <a:fld id="{7D9BB5D0-35E4-459D-AEF3-FE4D7C45CC19}" type="slidenum">
              <a:rPr lang="zh-CN" altLang="en-US" smtClean="0"/>
              <a:t>17</a:t>
            </a:fld>
            <a:endParaRPr lang="zh-CN" altLang="en-US"/>
          </a:p>
        </p:txBody>
      </p:sp>
      <p:graphicFrame>
        <p:nvGraphicFramePr>
          <p:cNvPr id="5" name="对象 4">
            <a:hlinkClick r:id="" action="ppaction://ole?verb=0"/>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r:id="rId5" imgW="914400" imgH="215900" progId="Equation.KSEE3">
                  <p:embed/>
                </p:oleObj>
              </mc:Choice>
              <mc:Fallback>
                <p:oleObj r:id="rId5" imgW="914400" imgH="215900" progId="Equation.KSEE3">
                  <p:embed/>
                  <p:pic>
                    <p:nvPicPr>
                      <p:cNvPr id="0" name="图片 1024"/>
                      <p:cNvPicPr/>
                      <p:nvPr/>
                    </p:nvPicPr>
                    <p:blipFill>
                      <a:blip r:embed="rId6"/>
                      <a:stretch>
                        <a:fillRect/>
                      </a:stretch>
                    </p:blipFill>
                    <p:spPr>
                      <a:xfrm>
                        <a:off x="4114800" y="3321050"/>
                        <a:ext cx="914400" cy="215900"/>
                      </a:xfrm>
                      <a:prstGeom prst="rect">
                        <a:avLst/>
                      </a:prstGeom>
                    </p:spPr>
                  </p:pic>
                </p:oleObj>
              </mc:Fallback>
            </mc:AlternateContent>
          </a:graphicData>
        </a:graphic>
      </p:graphicFrame>
      <p:graphicFrame>
        <p:nvGraphicFramePr>
          <p:cNvPr id="7" name="对象 6">
            <a:hlinkClick r:id="" action="ppaction://ole?verb=0"/>
          </p:cNvPr>
          <p:cNvGraphicFramePr>
            <a:graphicFrameLocks noChangeAspect="1"/>
          </p:cNvGraphicFramePr>
          <p:nvPr>
            <p:extLst>
              <p:ext uri="{D42A27DB-BD31-4B8C-83A1-F6EECF244321}">
                <p14:modId xmlns:p14="http://schemas.microsoft.com/office/powerpoint/2010/main" val="3664926368"/>
              </p:ext>
            </p:extLst>
          </p:nvPr>
        </p:nvGraphicFramePr>
        <p:xfrm>
          <a:off x="2466975" y="3311525"/>
          <a:ext cx="5030788" cy="1995488"/>
        </p:xfrm>
        <a:graphic>
          <a:graphicData uri="http://schemas.openxmlformats.org/presentationml/2006/ole">
            <mc:AlternateContent xmlns:mc="http://schemas.openxmlformats.org/markup-compatibility/2006">
              <mc:Choice xmlns:v="urn:schemas-microsoft-com:vml" Requires="v">
                <p:oleObj name="Equation" r:id="rId7" imgW="2882880" imgH="1143000" progId="Equation.DSMT4">
                  <p:embed/>
                </p:oleObj>
              </mc:Choice>
              <mc:Fallback>
                <p:oleObj name="Equation" r:id="rId7" imgW="2882880" imgH="1143000" progId="Equation.DSMT4">
                  <p:embed/>
                  <p:pic>
                    <p:nvPicPr>
                      <p:cNvPr id="0" name="图片 1025"/>
                      <p:cNvPicPr/>
                      <p:nvPr/>
                    </p:nvPicPr>
                    <p:blipFill>
                      <a:blip r:embed="rId8"/>
                      <a:stretch>
                        <a:fillRect/>
                      </a:stretch>
                    </p:blipFill>
                    <p:spPr>
                      <a:xfrm>
                        <a:off x="2466975" y="3311525"/>
                        <a:ext cx="5030788" cy="1995488"/>
                      </a:xfrm>
                      <a:prstGeom prst="rect">
                        <a:avLst/>
                      </a:prstGeom>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14020" y="520065"/>
            <a:ext cx="3840480" cy="368300"/>
          </a:xfrm>
          <a:prstGeom prst="rect">
            <a:avLst/>
          </a:prstGeom>
          <a:noFill/>
        </p:spPr>
        <p:txBody>
          <a:bodyPr wrap="none" rtlCol="0" anchor="t">
            <a:spAutoFit/>
          </a:bodyPr>
          <a:lstStyle/>
          <a:p>
            <a:pPr fontAlgn="auto"/>
            <a:r>
              <a:rPr lang="zh-CN" altLang="en-US">
                <a:sym typeface="+mn-ea"/>
              </a:rPr>
              <a:t>斜坡滤波器卷积核的一个特殊性质：</a:t>
            </a:r>
            <a:endParaRPr lang="zh-CN" altLang="en-US"/>
          </a:p>
        </p:txBody>
      </p:sp>
      <p:graphicFrame>
        <p:nvGraphicFramePr>
          <p:cNvPr id="16386" name="对象 1">
            <a:hlinkClick r:id="" action="ppaction://ole?verb=0"/>
          </p:cNvPr>
          <p:cNvGraphicFramePr>
            <a:graphicFrameLocks noChangeAspect="1"/>
          </p:cNvGraphicFramePr>
          <p:nvPr/>
        </p:nvGraphicFramePr>
        <p:xfrm>
          <a:off x="4627880" y="441325"/>
          <a:ext cx="2955925" cy="810895"/>
        </p:xfrm>
        <a:graphic>
          <a:graphicData uri="http://schemas.openxmlformats.org/presentationml/2006/ole">
            <mc:AlternateContent xmlns:mc="http://schemas.openxmlformats.org/markup-compatibility/2006">
              <mc:Choice xmlns:v="urn:schemas-microsoft-com:vml" Requires="v">
                <p:oleObj r:id="rId2" imgW="1803400" imgH="495300" progId="Equation.KSEE3">
                  <p:embed/>
                </p:oleObj>
              </mc:Choice>
              <mc:Fallback>
                <p:oleObj r:id="rId2" imgW="1803400" imgH="495300" progId="Equation.KSEE3">
                  <p:embed/>
                  <p:pic>
                    <p:nvPicPr>
                      <p:cNvPr id="0" name="图片 3119"/>
                      <p:cNvPicPr/>
                      <p:nvPr/>
                    </p:nvPicPr>
                    <p:blipFill>
                      <a:blip r:embed="rId3"/>
                      <a:stretch>
                        <a:fillRect/>
                      </a:stretch>
                    </p:blipFill>
                    <p:spPr>
                      <a:xfrm>
                        <a:off x="4627880" y="441325"/>
                        <a:ext cx="2955925" cy="810895"/>
                      </a:xfrm>
                      <a:prstGeom prst="rect">
                        <a:avLst/>
                      </a:prstGeom>
                      <a:noFill/>
                      <a:ln w="38100">
                        <a:noFill/>
                        <a:miter/>
                      </a:ln>
                    </p:spPr>
                  </p:pic>
                </p:oleObj>
              </mc:Fallback>
            </mc:AlternateContent>
          </a:graphicData>
        </a:graphic>
      </p:graphicFrame>
      <p:sp>
        <p:nvSpPr>
          <p:cNvPr id="6" name="文本框 5"/>
          <p:cNvSpPr txBox="1"/>
          <p:nvPr/>
        </p:nvSpPr>
        <p:spPr>
          <a:xfrm>
            <a:off x="330200" y="1612265"/>
            <a:ext cx="4297680" cy="368300"/>
          </a:xfrm>
          <a:prstGeom prst="rect">
            <a:avLst/>
          </a:prstGeom>
          <a:noFill/>
        </p:spPr>
        <p:txBody>
          <a:bodyPr wrap="none" rtlCol="0" anchor="t">
            <a:spAutoFit/>
          </a:bodyPr>
          <a:lstStyle/>
          <a:p>
            <a:pPr marL="0" indent="0" fontAlgn="auto">
              <a:buNone/>
            </a:pPr>
            <a:r>
              <a:rPr lang="zh-CN" altLang="en-US">
                <a:sym typeface="+mn-ea"/>
              </a:rPr>
              <a:t>证明过程如下：斜坡滤波卷积核的定义是</a:t>
            </a:r>
            <a:endParaRPr lang="zh-CN" altLang="en-US"/>
          </a:p>
        </p:txBody>
      </p:sp>
      <p:graphicFrame>
        <p:nvGraphicFramePr>
          <p:cNvPr id="16387" name="对象 2">
            <a:hlinkClick r:id="" action="ppaction://ole?verb=0"/>
          </p:cNvPr>
          <p:cNvGraphicFramePr>
            <a:graphicFrameLocks noChangeAspect="1"/>
          </p:cNvGraphicFramePr>
          <p:nvPr/>
        </p:nvGraphicFramePr>
        <p:xfrm>
          <a:off x="4986020" y="1518285"/>
          <a:ext cx="1908810" cy="760730"/>
        </p:xfrm>
        <a:graphic>
          <a:graphicData uri="http://schemas.openxmlformats.org/presentationml/2006/ole">
            <mc:AlternateContent xmlns:mc="http://schemas.openxmlformats.org/markup-compatibility/2006">
              <mc:Choice xmlns:v="urn:schemas-microsoft-com:vml" Requires="v">
                <p:oleObj r:id="rId4" imgW="1181100" imgH="469900" progId="Equation.KSEE3">
                  <p:embed/>
                </p:oleObj>
              </mc:Choice>
              <mc:Fallback>
                <p:oleObj r:id="rId4" imgW="1181100" imgH="469900" progId="Equation.KSEE3">
                  <p:embed/>
                  <p:pic>
                    <p:nvPicPr>
                      <p:cNvPr id="0" name="图片 3124"/>
                      <p:cNvPicPr/>
                      <p:nvPr/>
                    </p:nvPicPr>
                    <p:blipFill>
                      <a:blip r:embed="rId5"/>
                      <a:stretch>
                        <a:fillRect/>
                      </a:stretch>
                    </p:blipFill>
                    <p:spPr>
                      <a:xfrm>
                        <a:off x="4986020" y="1518285"/>
                        <a:ext cx="1908810" cy="760730"/>
                      </a:xfrm>
                      <a:prstGeom prst="rect">
                        <a:avLst/>
                      </a:prstGeom>
                      <a:noFill/>
                      <a:ln w="38100">
                        <a:noFill/>
                        <a:miter/>
                      </a:ln>
                    </p:spPr>
                  </p:pic>
                </p:oleObj>
              </mc:Fallback>
            </mc:AlternateContent>
          </a:graphicData>
        </a:graphic>
      </p:graphicFrame>
      <p:pic>
        <p:nvPicPr>
          <p:cNvPr id="7" name="图片 6"/>
          <p:cNvPicPr>
            <a:picLocks noChangeAspect="1"/>
          </p:cNvPicPr>
          <p:nvPr/>
        </p:nvPicPr>
        <p:blipFill>
          <a:blip r:embed="rId6"/>
          <a:stretch>
            <a:fillRect/>
          </a:stretch>
        </p:blipFill>
        <p:spPr>
          <a:xfrm>
            <a:off x="944245" y="2279015"/>
            <a:ext cx="5832475" cy="3543300"/>
          </a:xfrm>
          <a:prstGeom prst="rect">
            <a:avLst/>
          </a:prstGeom>
        </p:spPr>
      </p:pic>
      <p:graphicFrame>
        <p:nvGraphicFramePr>
          <p:cNvPr id="15371" name="对象 11">
            <a:hlinkClick r:id="" action="ppaction://ole?verb=0"/>
          </p:cNvPr>
          <p:cNvGraphicFramePr>
            <a:graphicFrameLocks noChangeAspect="1"/>
          </p:cNvGraphicFramePr>
          <p:nvPr/>
        </p:nvGraphicFramePr>
        <p:xfrm>
          <a:off x="709295" y="5704841"/>
          <a:ext cx="7261860" cy="961390"/>
        </p:xfrm>
        <a:graphic>
          <a:graphicData uri="http://schemas.openxmlformats.org/presentationml/2006/ole">
            <mc:AlternateContent xmlns:mc="http://schemas.openxmlformats.org/markup-compatibility/2006">
              <mc:Choice xmlns:v="urn:schemas-microsoft-com:vml" Requires="v">
                <p:oleObj r:id="rId7" imgW="3745865" imgH="495300" progId="Equation.KSEE3">
                  <p:embed/>
                </p:oleObj>
              </mc:Choice>
              <mc:Fallback>
                <p:oleObj r:id="rId7" imgW="3745865" imgH="495300" progId="Equation.KSEE3">
                  <p:embed/>
                  <p:pic>
                    <p:nvPicPr>
                      <p:cNvPr id="0" name="图片 3116"/>
                      <p:cNvPicPr/>
                      <p:nvPr/>
                    </p:nvPicPr>
                    <p:blipFill>
                      <a:blip r:embed="rId8"/>
                      <a:stretch>
                        <a:fillRect/>
                      </a:stretch>
                    </p:blipFill>
                    <p:spPr>
                      <a:xfrm>
                        <a:off x="709295" y="5704841"/>
                        <a:ext cx="7261860" cy="961390"/>
                      </a:xfrm>
                      <a:prstGeom prst="rect">
                        <a:avLst/>
                      </a:prstGeom>
                      <a:noFill/>
                      <a:ln w="38100">
                        <a:noFill/>
                        <a:miter/>
                      </a:ln>
                    </p:spPr>
                  </p:pic>
                </p:oleObj>
              </mc:Fallback>
            </mc:AlternateContent>
          </a:graphicData>
        </a:graphic>
      </p:graphicFrame>
      <p:sp>
        <p:nvSpPr>
          <p:cNvPr id="2" name="灯片编号占位符 1"/>
          <p:cNvSpPr>
            <a:spLocks noGrp="1"/>
          </p:cNvSpPr>
          <p:nvPr>
            <p:ph type="sldNum" sz="quarter" idx="12"/>
          </p:nvPr>
        </p:nvSpPr>
        <p:spPr/>
        <p:txBody>
          <a:bodyPr/>
          <a:lstStyle/>
          <a:p>
            <a:fld id="{7D9BB5D0-35E4-459D-AEF3-FE4D7C45CC19}" type="slidenum">
              <a:rPr lang="zh-CN" altLang="en-US" smtClean="0"/>
              <a:t>18</a:t>
            </a:fld>
            <a:endParaRPr lang="zh-CN" altLang="en-US"/>
          </a:p>
        </p:txBody>
      </p:sp>
      <p:sp>
        <p:nvSpPr>
          <p:cNvPr id="3" name="文本框 2"/>
          <p:cNvSpPr txBox="1"/>
          <p:nvPr/>
        </p:nvSpPr>
        <p:spPr>
          <a:xfrm>
            <a:off x="6040120" y="4580255"/>
            <a:ext cx="2468880" cy="645160"/>
          </a:xfrm>
          <a:prstGeom prst="rect">
            <a:avLst/>
          </a:prstGeom>
          <a:noFill/>
        </p:spPr>
        <p:txBody>
          <a:bodyPr wrap="none" rtlCol="0">
            <a:spAutoFit/>
          </a:bodyPr>
          <a:lstStyle/>
          <a:p>
            <a:r>
              <a:rPr lang="zh-CN" altLang="en-US"/>
              <a:t>不加窗时成立，加窗时</a:t>
            </a:r>
          </a:p>
          <a:p>
            <a:r>
              <a:rPr lang="zh-CN" altLang="en-US"/>
              <a:t>会使重建不精确</a:t>
            </a:r>
          </a:p>
        </p:txBody>
      </p:sp>
      <p:cxnSp>
        <p:nvCxnSpPr>
          <p:cNvPr id="4" name="直接箭头连接符 3"/>
          <p:cNvCxnSpPr>
            <a:stCxn id="3" idx="1"/>
          </p:cNvCxnSpPr>
          <p:nvPr/>
        </p:nvCxnSpPr>
        <p:spPr>
          <a:xfrm flipH="1" flipV="1">
            <a:off x="5461000" y="4554220"/>
            <a:ext cx="579120" cy="348615"/>
          </a:xfrm>
          <a:prstGeom prst="straightConnector1">
            <a:avLst/>
          </a:prstGeom>
          <a:ln w="444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rcRect r="-244" b="57357"/>
          <a:stretch>
            <a:fillRect/>
          </a:stretch>
        </p:blipFill>
        <p:spPr>
          <a:xfrm>
            <a:off x="532765" y="2637790"/>
            <a:ext cx="8079105" cy="1028700"/>
          </a:xfrm>
          <a:prstGeom prst="rect">
            <a:avLst/>
          </a:prstGeom>
        </p:spPr>
      </p:pic>
      <p:graphicFrame>
        <p:nvGraphicFramePr>
          <p:cNvPr id="15371" name="对象 11">
            <a:hlinkClick r:id="" action="ppaction://ole?verb=0"/>
          </p:cNvPr>
          <p:cNvGraphicFramePr>
            <a:graphicFrameLocks noChangeAspect="1"/>
          </p:cNvGraphicFramePr>
          <p:nvPr/>
        </p:nvGraphicFramePr>
        <p:xfrm>
          <a:off x="614045" y="1132841"/>
          <a:ext cx="7261860" cy="961390"/>
        </p:xfrm>
        <a:graphic>
          <a:graphicData uri="http://schemas.openxmlformats.org/presentationml/2006/ole">
            <mc:AlternateContent xmlns:mc="http://schemas.openxmlformats.org/markup-compatibility/2006">
              <mc:Choice xmlns:v="urn:schemas-microsoft-com:vml" Requires="v">
                <p:oleObj r:id="rId3" imgW="3745865" imgH="495300" progId="Equation.KSEE3">
                  <p:embed/>
                </p:oleObj>
              </mc:Choice>
              <mc:Fallback>
                <p:oleObj r:id="rId3" imgW="3745865" imgH="495300" progId="Equation.KSEE3">
                  <p:embed/>
                  <p:pic>
                    <p:nvPicPr>
                      <p:cNvPr id="0" name="图片 3116"/>
                      <p:cNvPicPr/>
                      <p:nvPr/>
                    </p:nvPicPr>
                    <p:blipFill>
                      <a:blip r:embed="rId4"/>
                      <a:stretch>
                        <a:fillRect/>
                      </a:stretch>
                    </p:blipFill>
                    <p:spPr>
                      <a:xfrm>
                        <a:off x="614045" y="1132841"/>
                        <a:ext cx="7261860" cy="961390"/>
                      </a:xfrm>
                      <a:prstGeom prst="rect">
                        <a:avLst/>
                      </a:prstGeom>
                      <a:noFill/>
                      <a:ln w="38100">
                        <a:noFill/>
                        <a:miter/>
                      </a:ln>
                    </p:spPr>
                  </p:pic>
                </p:oleObj>
              </mc:Fallback>
            </mc:AlternateContent>
          </a:graphicData>
        </a:graphic>
      </p:graphicFrame>
      <p:graphicFrame>
        <p:nvGraphicFramePr>
          <p:cNvPr id="17412" name="对象 2">
            <a:hlinkClick r:id="" action="ppaction://ole?verb=0"/>
          </p:cNvPr>
          <p:cNvGraphicFramePr>
            <a:graphicFrameLocks noChangeAspect="1"/>
          </p:cNvGraphicFramePr>
          <p:nvPr/>
        </p:nvGraphicFramePr>
        <p:xfrm>
          <a:off x="1035527" y="4270376"/>
          <a:ext cx="6723380" cy="1051560"/>
        </p:xfrm>
        <a:graphic>
          <a:graphicData uri="http://schemas.openxmlformats.org/presentationml/2006/ole">
            <mc:AlternateContent xmlns:mc="http://schemas.openxmlformats.org/markup-compatibility/2006">
              <mc:Choice xmlns:v="urn:schemas-microsoft-com:vml" Requires="v">
                <p:oleObj r:id="rId5" imgW="3086100" imgH="482600" progId="Equation.KSEE3">
                  <p:embed/>
                </p:oleObj>
              </mc:Choice>
              <mc:Fallback>
                <p:oleObj r:id="rId5" imgW="3086100" imgH="482600" progId="Equation.KSEE3">
                  <p:embed/>
                  <p:pic>
                    <p:nvPicPr>
                      <p:cNvPr id="0" name="图片 3117"/>
                      <p:cNvPicPr/>
                      <p:nvPr/>
                    </p:nvPicPr>
                    <p:blipFill>
                      <a:blip r:embed="rId6"/>
                      <a:stretch>
                        <a:fillRect/>
                      </a:stretch>
                    </p:blipFill>
                    <p:spPr>
                      <a:xfrm>
                        <a:off x="1035527" y="4270376"/>
                        <a:ext cx="6723380" cy="1051560"/>
                      </a:xfrm>
                      <a:prstGeom prst="rect">
                        <a:avLst/>
                      </a:prstGeom>
                      <a:noFill/>
                      <a:ln w="38100">
                        <a:noFill/>
                        <a:miter/>
                      </a:ln>
                    </p:spPr>
                  </p:pic>
                </p:oleObj>
              </mc:Fallback>
            </mc:AlternateContent>
          </a:graphicData>
        </a:graphic>
      </p:graphicFrame>
      <p:sp>
        <p:nvSpPr>
          <p:cNvPr id="3" name="灯片编号占位符 2"/>
          <p:cNvSpPr>
            <a:spLocks noGrp="1"/>
          </p:cNvSpPr>
          <p:nvPr>
            <p:ph type="sldNum" sz="quarter" idx="12"/>
          </p:nvPr>
        </p:nvSpPr>
        <p:spPr/>
        <p:txBody>
          <a:bodyPr/>
          <a:lstStyle/>
          <a:p>
            <a:fld id="{7D9BB5D0-35E4-459D-AEF3-FE4D7C45CC19}" type="slidenum">
              <a:rPr lang="zh-CN" altLang="en-US" smtClean="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D9BB5D0-35E4-459D-AEF3-FE4D7C45CC19}" type="slidenum">
              <a:rPr lang="zh-CN" altLang="en-US" smtClean="0"/>
              <a:t>20</a:t>
            </a:fld>
            <a:endParaRPr lang="zh-CN" altLang="en-US"/>
          </a:p>
        </p:txBody>
      </p:sp>
      <p:graphicFrame>
        <p:nvGraphicFramePr>
          <p:cNvPr id="17412" name="对象 2">
            <a:hlinkClick r:id="" action="ppaction://ole?verb=0"/>
          </p:cNvPr>
          <p:cNvGraphicFramePr>
            <a:graphicFrameLocks noChangeAspect="1"/>
          </p:cNvGraphicFramePr>
          <p:nvPr/>
        </p:nvGraphicFramePr>
        <p:xfrm>
          <a:off x="906780" y="532765"/>
          <a:ext cx="6797675" cy="1071245"/>
        </p:xfrm>
        <a:graphic>
          <a:graphicData uri="http://schemas.openxmlformats.org/presentationml/2006/ole">
            <mc:AlternateContent xmlns:mc="http://schemas.openxmlformats.org/markup-compatibility/2006">
              <mc:Choice xmlns:v="urn:schemas-microsoft-com:vml" Requires="v">
                <p:oleObj r:id="rId2" imgW="3060065" imgH="482600" progId="Equation.KSEE3">
                  <p:embed/>
                </p:oleObj>
              </mc:Choice>
              <mc:Fallback>
                <p:oleObj r:id="rId2" imgW="3060065" imgH="482600" progId="Equation.KSEE3">
                  <p:embed/>
                  <p:pic>
                    <p:nvPicPr>
                      <p:cNvPr id="0" name="图片 3117"/>
                      <p:cNvPicPr/>
                      <p:nvPr/>
                    </p:nvPicPr>
                    <p:blipFill>
                      <a:blip r:embed="rId3"/>
                      <a:stretch>
                        <a:fillRect/>
                      </a:stretch>
                    </p:blipFill>
                    <p:spPr>
                      <a:xfrm>
                        <a:off x="906780" y="532765"/>
                        <a:ext cx="6797675" cy="1071245"/>
                      </a:xfrm>
                      <a:prstGeom prst="rect">
                        <a:avLst/>
                      </a:prstGeom>
                      <a:noFill/>
                      <a:ln w="38100">
                        <a:noFill/>
                        <a:miter/>
                      </a:ln>
                    </p:spPr>
                  </p:pic>
                </p:oleObj>
              </mc:Fallback>
            </mc:AlternateContent>
          </a:graphicData>
        </a:graphic>
      </p:graphicFrame>
      <p:pic>
        <p:nvPicPr>
          <p:cNvPr id="7" name="图片 6"/>
          <p:cNvPicPr>
            <a:picLocks noChangeAspect="1"/>
          </p:cNvPicPr>
          <p:nvPr/>
        </p:nvPicPr>
        <p:blipFill>
          <a:blip r:embed="rId4"/>
          <a:srcRect l="4256" t="5803" r="2302" b="5348"/>
          <a:stretch>
            <a:fillRect/>
          </a:stretch>
        </p:blipFill>
        <p:spPr>
          <a:xfrm>
            <a:off x="4151630" y="3473450"/>
            <a:ext cx="4795520" cy="2882900"/>
          </a:xfrm>
          <a:prstGeom prst="rect">
            <a:avLst/>
          </a:prstGeom>
        </p:spPr>
      </p:pic>
      <p:sp>
        <p:nvSpPr>
          <p:cNvPr id="8" name="文本框 7"/>
          <p:cNvSpPr txBox="1"/>
          <p:nvPr/>
        </p:nvSpPr>
        <p:spPr>
          <a:xfrm>
            <a:off x="342900" y="1960245"/>
            <a:ext cx="8263890" cy="2999740"/>
          </a:xfrm>
          <a:prstGeom prst="rect">
            <a:avLst/>
          </a:prstGeom>
          <a:noFill/>
        </p:spPr>
        <p:txBody>
          <a:bodyPr wrap="square" rtlCol="0">
            <a:spAutoFit/>
          </a:bodyPr>
          <a:lstStyle/>
          <a:p>
            <a:pPr fontAlgn="auto">
              <a:lnSpc>
                <a:spcPct val="150000"/>
              </a:lnSpc>
            </a:pPr>
            <a:r>
              <a:rPr lang="en-US" altLang="zh-CN"/>
              <a:t>    </a:t>
            </a:r>
            <a:r>
              <a:rPr lang="zh-CN" altLang="en-US"/>
              <a:t>假如我们现在想重建某点               的值，我们先确定一个</a:t>
            </a:r>
            <a:r>
              <a:rPr lang="zh-CN" altLang="en-US">
                <a:latin typeface="Arial" panose="020B0604020202020204" pitchFamily="34" charset="0"/>
              </a:rPr>
              <a:t>β，即确定了源的位置，由于重建点的位置也是确定的，故</a:t>
            </a:r>
            <a:r>
              <a:rPr lang="en-US" altLang="zh-CN">
                <a:latin typeface="Arial" panose="020B0604020202020204" pitchFamily="34" charset="0"/>
              </a:rPr>
              <a:t>D΄</a:t>
            </a:r>
            <a:r>
              <a:rPr lang="zh-CN" altLang="en-US">
                <a:latin typeface="Arial" panose="020B0604020202020204" pitchFamily="34" charset="0"/>
              </a:rPr>
              <a:t>和γ΄均为确定的值。然后用卷积核         对不同γ角的信号进行卷积。</a:t>
            </a:r>
            <a:br>
              <a:rPr lang="zh-CN" altLang="en-US">
                <a:latin typeface="Arial" panose="020B0604020202020204" pitchFamily="34" charset="0"/>
              </a:rPr>
            </a:br>
            <a:r>
              <a:rPr lang="zh-CN" altLang="en-US">
                <a:latin typeface="Arial" panose="020B0604020202020204" pitchFamily="34" charset="0"/>
              </a:rPr>
              <a:t>    当这个      角度的卷积完成后，</a:t>
            </a:r>
            <a:br>
              <a:rPr lang="zh-CN" altLang="en-US">
                <a:latin typeface="Arial" panose="020B0604020202020204" pitchFamily="34" charset="0"/>
              </a:rPr>
            </a:br>
            <a:r>
              <a:rPr lang="zh-CN" altLang="en-US">
                <a:latin typeface="Arial" panose="020B0604020202020204" pitchFamily="34" charset="0"/>
              </a:rPr>
              <a:t>我们对</a:t>
            </a:r>
            <a:r>
              <a:rPr lang="en-US" altLang="zh-CN">
                <a:latin typeface="Arial" panose="020B0604020202020204" pitchFamily="34" charset="0"/>
              </a:rPr>
              <a:t>0°-180°</a:t>
            </a:r>
            <a:r>
              <a:rPr lang="zh-CN" altLang="en-US">
                <a:latin typeface="Arial" panose="020B0604020202020204" pitchFamily="34" charset="0"/>
              </a:rPr>
              <a:t>所有角度的β做</a:t>
            </a:r>
          </a:p>
          <a:p>
            <a:pPr fontAlgn="auto">
              <a:lnSpc>
                <a:spcPct val="150000"/>
              </a:lnSpc>
            </a:pPr>
            <a:r>
              <a:rPr lang="zh-CN" altLang="en-US">
                <a:latin typeface="Arial" panose="020B0604020202020204" pitchFamily="34" charset="0"/>
              </a:rPr>
              <a:t>一个积分，即背投影过程。</a:t>
            </a:r>
            <a:br>
              <a:rPr lang="zh-CN" altLang="en-US">
                <a:latin typeface="Arial" panose="020B0604020202020204" pitchFamily="34" charset="0"/>
              </a:rPr>
            </a:br>
            <a:r>
              <a:rPr lang="zh-CN" altLang="en-US">
                <a:latin typeface="Arial" panose="020B0604020202020204" pitchFamily="34" charset="0"/>
              </a:rPr>
              <a:t>    这就是扇形束的滤波背投影算法。</a:t>
            </a:r>
          </a:p>
        </p:txBody>
      </p:sp>
      <p:graphicFrame>
        <p:nvGraphicFramePr>
          <p:cNvPr id="10" name="对象 9">
            <a:hlinkClick r:id="" action="ppaction://ole?verb=0"/>
          </p:cNvPr>
          <p:cNvGraphicFramePr>
            <a:graphicFrameLocks noChangeAspect="1"/>
          </p:cNvGraphicFramePr>
          <p:nvPr/>
        </p:nvGraphicFramePr>
        <p:xfrm>
          <a:off x="3037205" y="2102485"/>
          <a:ext cx="689610" cy="368300"/>
        </p:xfrm>
        <a:graphic>
          <a:graphicData uri="http://schemas.openxmlformats.org/presentationml/2006/ole">
            <mc:AlternateContent xmlns:mc="http://schemas.openxmlformats.org/markup-compatibility/2006">
              <mc:Choice xmlns:v="urn:schemas-microsoft-com:vml" Requires="v">
                <p:oleObj r:id="rId5" imgW="381000" imgH="203200" progId="Equation.KSEE3">
                  <p:embed/>
                </p:oleObj>
              </mc:Choice>
              <mc:Fallback>
                <p:oleObj r:id="rId5" imgW="381000" imgH="203200" progId="Equation.KSEE3">
                  <p:embed/>
                  <p:pic>
                    <p:nvPicPr>
                      <p:cNvPr id="0" name="图片 2048"/>
                      <p:cNvPicPr/>
                      <p:nvPr/>
                    </p:nvPicPr>
                    <p:blipFill>
                      <a:blip r:embed="rId6"/>
                      <a:stretch>
                        <a:fillRect/>
                      </a:stretch>
                    </p:blipFill>
                    <p:spPr>
                      <a:xfrm>
                        <a:off x="3037205" y="2102485"/>
                        <a:ext cx="689610" cy="368300"/>
                      </a:xfrm>
                      <a:prstGeom prst="rect">
                        <a:avLst/>
                      </a:prstGeom>
                    </p:spPr>
                  </p:pic>
                </p:oleObj>
              </mc:Fallback>
            </mc:AlternateContent>
          </a:graphicData>
        </a:graphic>
      </p:graphicFrame>
      <p:graphicFrame>
        <p:nvGraphicFramePr>
          <p:cNvPr id="11" name="对象 10">
            <a:hlinkClick r:id="" action="ppaction://ole?verb=0"/>
          </p:cNvPr>
          <p:cNvGraphicFramePr>
            <a:graphicFrameLocks noChangeAspect="1"/>
          </p:cNvGraphicFramePr>
          <p:nvPr/>
        </p:nvGraphicFramePr>
        <p:xfrm>
          <a:off x="7538720" y="2470785"/>
          <a:ext cx="545465" cy="517525"/>
        </p:xfrm>
        <a:graphic>
          <a:graphicData uri="http://schemas.openxmlformats.org/presentationml/2006/ole">
            <mc:AlternateContent xmlns:mc="http://schemas.openxmlformats.org/markup-compatibility/2006">
              <mc:Choice xmlns:v="urn:schemas-microsoft-com:vml" Requires="v">
                <p:oleObj r:id="rId7" imgW="254000" imgH="241300" progId="Equation.KSEE3">
                  <p:embed/>
                </p:oleObj>
              </mc:Choice>
              <mc:Fallback>
                <p:oleObj r:id="rId7" imgW="254000" imgH="241300" progId="Equation.KSEE3">
                  <p:embed/>
                  <p:pic>
                    <p:nvPicPr>
                      <p:cNvPr id="0" name="图片 2049"/>
                      <p:cNvPicPr/>
                      <p:nvPr/>
                    </p:nvPicPr>
                    <p:blipFill>
                      <a:blip r:embed="rId8"/>
                      <a:stretch>
                        <a:fillRect/>
                      </a:stretch>
                    </p:blipFill>
                    <p:spPr>
                      <a:xfrm>
                        <a:off x="7538720" y="2470785"/>
                        <a:ext cx="545465" cy="517525"/>
                      </a:xfrm>
                      <a:prstGeom prst="rect">
                        <a:avLst/>
                      </a:prstGeom>
                    </p:spPr>
                  </p:pic>
                </p:oleObj>
              </mc:Fallback>
            </mc:AlternateContent>
          </a:graphicData>
        </a:graphic>
      </p:graphicFrame>
      <p:sp>
        <p:nvSpPr>
          <p:cNvPr id="12" name="文本框 11"/>
          <p:cNvSpPr txBox="1"/>
          <p:nvPr/>
        </p:nvSpPr>
        <p:spPr>
          <a:xfrm>
            <a:off x="1468120" y="3275965"/>
            <a:ext cx="314325" cy="368300"/>
          </a:xfrm>
          <a:prstGeom prst="rect">
            <a:avLst/>
          </a:prstGeom>
          <a:noFill/>
        </p:spPr>
        <p:txBody>
          <a:bodyPr wrap="none" rtlCol="0" anchor="t">
            <a:spAutoFit/>
          </a:bodyPr>
          <a:lstStyle/>
          <a:p>
            <a:r>
              <a:rPr lang="zh-CN" altLang="en-US">
                <a:latin typeface="Arial" panose="020B0604020202020204" pitchFamily="34" charset="0"/>
              </a:rPr>
              <a:t>β</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短扫描</a:t>
            </a:r>
          </a:p>
        </p:txBody>
      </p:sp>
      <p:sp>
        <p:nvSpPr>
          <p:cNvPr id="3" name="内容占位符 2"/>
          <p:cNvSpPr>
            <a:spLocks noGrp="1"/>
          </p:cNvSpPr>
          <p:nvPr>
            <p:ph idx="1"/>
          </p:nvPr>
        </p:nvSpPr>
        <p:spPr>
          <a:xfrm>
            <a:off x="628650" y="1522730"/>
            <a:ext cx="7886700" cy="4351338"/>
          </a:xfrm>
        </p:spPr>
        <p:txBody>
          <a:bodyPr/>
          <a:lstStyle/>
          <a:p>
            <a:pPr marL="0" indent="0">
              <a:buNone/>
            </a:pPr>
            <a:r>
              <a:rPr lang="zh-CN" altLang="en-US" sz="2000"/>
              <a:t>在平行光束成像中，当探测器绕物体旋转2π (即360°), 每一条投影射线都被测了两次。冗余的数据可由下面这个表达式给出</a:t>
            </a:r>
            <a:br>
              <a:rPr lang="zh-CN" altLang="en-US" sz="2000"/>
            </a:br>
            <a:endParaRPr lang="zh-CN" altLang="en-US" sz="2000"/>
          </a:p>
          <a:p>
            <a:pPr marL="0" indent="0">
              <a:buNone/>
            </a:pPr>
            <a:endParaRPr lang="zh-CN" altLang="en-US" sz="2000"/>
          </a:p>
          <a:p>
            <a:pPr marL="0" indent="0">
              <a:buNone/>
            </a:pPr>
            <a:r>
              <a:rPr lang="zh-CN" altLang="en-US" sz="2000"/>
              <a:t>可见, 由两个面对面的探测器测得的数据都是冗余的。所以，探测器旋转180° 即可提供足够的数据。</a:t>
            </a:r>
          </a:p>
        </p:txBody>
      </p:sp>
      <p:sp>
        <p:nvSpPr>
          <p:cNvPr id="4" name="灯片编号占位符 3"/>
          <p:cNvSpPr>
            <a:spLocks noGrp="1"/>
          </p:cNvSpPr>
          <p:nvPr>
            <p:ph type="sldNum" sz="quarter" idx="12"/>
          </p:nvPr>
        </p:nvSpPr>
        <p:spPr/>
        <p:txBody>
          <a:bodyPr/>
          <a:lstStyle/>
          <a:p>
            <a:fld id="{7D9BB5D0-35E4-459D-AEF3-FE4D7C45CC19}" type="slidenum">
              <a:rPr lang="zh-CN" altLang="en-US" smtClean="0"/>
              <a:t>21</a:t>
            </a:fld>
            <a:endParaRPr lang="zh-CN" altLang="en-US"/>
          </a:p>
        </p:txBody>
      </p:sp>
      <p:pic>
        <p:nvPicPr>
          <p:cNvPr id="5" name="图片 4"/>
          <p:cNvPicPr>
            <a:picLocks noChangeAspect="1"/>
          </p:cNvPicPr>
          <p:nvPr/>
        </p:nvPicPr>
        <p:blipFill>
          <a:blip r:embed="rId2"/>
          <a:stretch>
            <a:fillRect/>
          </a:stretch>
        </p:blipFill>
        <p:spPr>
          <a:xfrm>
            <a:off x="2767330" y="2265045"/>
            <a:ext cx="2167890" cy="483235"/>
          </a:xfrm>
          <a:prstGeom prst="rect">
            <a:avLst/>
          </a:prstGeom>
        </p:spPr>
      </p:pic>
      <p:pic>
        <p:nvPicPr>
          <p:cNvPr id="6" name="图片 5"/>
          <p:cNvPicPr>
            <a:picLocks noChangeAspect="1"/>
          </p:cNvPicPr>
          <p:nvPr/>
        </p:nvPicPr>
        <p:blipFill>
          <a:blip r:embed="rId3"/>
          <a:stretch>
            <a:fillRect/>
          </a:stretch>
        </p:blipFill>
        <p:spPr>
          <a:xfrm>
            <a:off x="1760220" y="3689350"/>
            <a:ext cx="4181475" cy="2667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496570"/>
            <a:ext cx="7886700" cy="5680710"/>
          </a:xfrm>
        </p:spPr>
        <p:txBody>
          <a:bodyPr/>
          <a:lstStyle/>
          <a:p>
            <a:pPr marL="0" indent="0">
              <a:buNone/>
            </a:pPr>
            <a:r>
              <a:rPr lang="zh-CN" altLang="en-US" sz="2000"/>
              <a:t>根据同样的道理，当扇形束探测器旋转2π, 每条投影射线也都被测到了两次。冗余的数据可由下面这个表达式给出</a:t>
            </a:r>
          </a:p>
          <a:p>
            <a:pPr marL="0" indent="0">
              <a:buNone/>
            </a:pPr>
            <a:endParaRPr lang="zh-CN" altLang="en-US" sz="2000"/>
          </a:p>
          <a:p>
            <a:pPr marL="0" indent="0">
              <a:buNone/>
            </a:pPr>
            <a:endParaRPr lang="zh-CN" altLang="en-US" sz="2000"/>
          </a:p>
          <a:p>
            <a:pPr marL="0" indent="0">
              <a:buNone/>
            </a:pPr>
            <a:endParaRPr lang="zh-CN" altLang="en-US" sz="2000"/>
          </a:p>
          <a:p>
            <a:pPr marL="0" indent="0">
              <a:buNone/>
            </a:pPr>
            <a:endParaRPr lang="zh-CN" altLang="en-US" sz="2000"/>
          </a:p>
          <a:p>
            <a:pPr marL="0" indent="0">
              <a:buNone/>
            </a:pPr>
            <a:br>
              <a:rPr lang="zh-CN" altLang="en-US" sz="2000"/>
            </a:br>
            <a:endParaRPr lang="zh-CN" altLang="en-US" sz="2000"/>
          </a:p>
          <a:p>
            <a:pPr marL="0" indent="0">
              <a:buNone/>
            </a:pPr>
            <a:br>
              <a:rPr lang="zh-CN" altLang="en-US" sz="2000"/>
            </a:br>
            <a:endParaRPr lang="zh-CN" altLang="en-US" sz="2000"/>
          </a:p>
          <a:p>
            <a:pPr marL="0" indent="0">
              <a:buNone/>
            </a:pPr>
            <a:br>
              <a:rPr lang="zh-CN" altLang="en-US" sz="2000"/>
            </a:br>
            <a:endParaRPr lang="zh-CN" altLang="en-US" sz="2000"/>
          </a:p>
          <a:p>
            <a:pPr marL="0" indent="0">
              <a:buNone/>
            </a:pPr>
            <a:r>
              <a:rPr lang="zh-CN" altLang="en-US" sz="2000"/>
              <a:t>由于数据冗余，在扇形束数据采集中没有必要让探测器做2π 全扫描。扫描角度(β) 可以小于2π, 这种扫描方式叫做</a:t>
            </a:r>
            <a:r>
              <a:rPr lang="zh-CN" altLang="en-US" sz="2000" b="1">
                <a:solidFill>
                  <a:srgbClr val="FF0000"/>
                </a:solidFill>
              </a:rPr>
              <a:t>短扫描</a:t>
            </a:r>
            <a:r>
              <a:rPr lang="zh-CN" altLang="en-US" sz="2000"/>
              <a:t>。</a:t>
            </a:r>
          </a:p>
        </p:txBody>
      </p:sp>
      <p:sp>
        <p:nvSpPr>
          <p:cNvPr id="4" name="灯片编号占位符 3"/>
          <p:cNvSpPr>
            <a:spLocks noGrp="1"/>
          </p:cNvSpPr>
          <p:nvPr>
            <p:ph type="sldNum" sz="quarter" idx="12"/>
          </p:nvPr>
        </p:nvSpPr>
        <p:spPr/>
        <p:txBody>
          <a:bodyPr/>
          <a:lstStyle/>
          <a:p>
            <a:fld id="{7D9BB5D0-35E4-459D-AEF3-FE4D7C45CC19}" type="slidenum">
              <a:rPr lang="zh-CN" altLang="en-US" smtClean="0"/>
              <a:t>22</a:t>
            </a:fld>
            <a:endParaRPr lang="zh-CN" altLang="en-US"/>
          </a:p>
        </p:txBody>
      </p:sp>
      <p:pic>
        <p:nvPicPr>
          <p:cNvPr id="5" name="图片 4"/>
          <p:cNvPicPr>
            <a:picLocks noChangeAspect="1"/>
          </p:cNvPicPr>
          <p:nvPr/>
        </p:nvPicPr>
        <p:blipFill>
          <a:blip r:embed="rId2"/>
          <a:stretch>
            <a:fillRect/>
          </a:stretch>
        </p:blipFill>
        <p:spPr>
          <a:xfrm>
            <a:off x="2586355" y="1201420"/>
            <a:ext cx="2811780" cy="492125"/>
          </a:xfrm>
          <a:prstGeom prst="rect">
            <a:avLst/>
          </a:prstGeom>
        </p:spPr>
      </p:pic>
      <p:pic>
        <p:nvPicPr>
          <p:cNvPr id="6" name="图片 5"/>
          <p:cNvPicPr>
            <a:picLocks noChangeAspect="1"/>
          </p:cNvPicPr>
          <p:nvPr/>
        </p:nvPicPr>
        <p:blipFill>
          <a:blip r:embed="rId3"/>
          <a:srcRect l="9187" t="2526" r="4587"/>
          <a:stretch>
            <a:fillRect/>
          </a:stretch>
        </p:blipFill>
        <p:spPr>
          <a:xfrm>
            <a:off x="1719580" y="1693545"/>
            <a:ext cx="4738370" cy="298894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273050"/>
            <a:ext cx="7886700" cy="6338570"/>
          </a:xfrm>
        </p:spPr>
        <p:txBody>
          <a:bodyPr>
            <a:normAutofit lnSpcReduction="10000"/>
          </a:bodyPr>
          <a:lstStyle/>
          <a:p>
            <a:pPr marL="0" indent="0" fontAlgn="auto">
              <a:lnSpc>
                <a:spcPct val="100000"/>
              </a:lnSpc>
              <a:buNone/>
            </a:pPr>
            <a:r>
              <a:rPr lang="en-US" altLang="zh-CN" sz="2000"/>
              <a:t>     </a:t>
            </a:r>
            <a:r>
              <a:rPr lang="zh-CN" altLang="en-US" sz="2000"/>
              <a:t>角度β 的最小取值范围取决于数据采集时物体与探测器之间的几何关系。角度β的最小取值区间可能小于π (下图左)，可能等于π (中)，也可能大于π ( 右)。确定扫描区间的原则是，我们感兴趣的物体中的每一点都要有180°的角度覆盖。</a:t>
            </a:r>
          </a:p>
          <a:p>
            <a:pPr marL="0" indent="0" fontAlgn="auto">
              <a:lnSpc>
                <a:spcPct val="100000"/>
              </a:lnSpc>
              <a:buNone/>
            </a:pPr>
            <a:endParaRPr lang="zh-CN" altLang="en-US" sz="2000"/>
          </a:p>
          <a:p>
            <a:pPr marL="0" indent="0" fontAlgn="auto">
              <a:lnSpc>
                <a:spcPct val="100000"/>
              </a:lnSpc>
              <a:buNone/>
            </a:pPr>
            <a:endParaRPr lang="zh-CN" altLang="en-US" sz="2000"/>
          </a:p>
          <a:p>
            <a:pPr marL="0" indent="0" fontAlgn="auto">
              <a:lnSpc>
                <a:spcPct val="100000"/>
              </a:lnSpc>
              <a:buNone/>
            </a:pPr>
            <a:endParaRPr lang="zh-CN" altLang="en-US" sz="2000"/>
          </a:p>
          <a:p>
            <a:pPr marL="0" indent="0" fontAlgn="auto">
              <a:lnSpc>
                <a:spcPct val="100000"/>
              </a:lnSpc>
              <a:buNone/>
            </a:pPr>
            <a:endParaRPr lang="zh-CN" altLang="en-US" sz="2000"/>
          </a:p>
          <a:p>
            <a:pPr marL="0" indent="0" fontAlgn="auto">
              <a:lnSpc>
                <a:spcPct val="100000"/>
              </a:lnSpc>
              <a:buNone/>
            </a:pPr>
            <a:endParaRPr lang="zh-CN" altLang="en-US" sz="2000"/>
          </a:p>
          <a:p>
            <a:pPr marL="0" indent="0" fontAlgn="auto">
              <a:lnSpc>
                <a:spcPct val="100000"/>
              </a:lnSpc>
              <a:buNone/>
            </a:pPr>
            <a:br>
              <a:rPr lang="zh-CN" altLang="en-US" sz="2000"/>
            </a:br>
            <a:br>
              <a:rPr lang="zh-CN" altLang="en-US" sz="2000"/>
            </a:br>
            <a:br>
              <a:rPr lang="zh-CN" altLang="en-US" sz="2000"/>
            </a:br>
            <a:endParaRPr lang="zh-CN" altLang="en-US" sz="2000"/>
          </a:p>
          <a:p>
            <a:pPr marL="0" indent="0" fontAlgn="auto">
              <a:lnSpc>
                <a:spcPct val="100000"/>
              </a:lnSpc>
              <a:buNone/>
            </a:pPr>
            <a:r>
              <a:rPr lang="zh-CN" altLang="en-US" sz="2000"/>
              <a:t>要注意的是，在扇形束短扫描成像中，并不是所有的线积分都被刚好测到一次。有些线积分被测到一次，</a:t>
            </a:r>
            <a:r>
              <a:rPr lang="zh-CN" altLang="en-US" sz="2000">
                <a:solidFill>
                  <a:srgbClr val="FF0000"/>
                </a:solidFill>
              </a:rPr>
              <a:t>而另一些线积分会被测到两次</a:t>
            </a:r>
            <a:r>
              <a:rPr lang="zh-CN" altLang="en-US" sz="2000"/>
              <a:t>。即使在扫描角度β 的范围小于π 的情形, 还是有一些线积分会被测到两次的。其实，任何直线，只要它与扇形的焦点轨迹有两个交点，那么沿这条线的线积分就被测到了两次(图3.10)。</a:t>
            </a:r>
          </a:p>
        </p:txBody>
      </p:sp>
      <p:sp>
        <p:nvSpPr>
          <p:cNvPr id="4" name="灯片编号占位符 3"/>
          <p:cNvSpPr>
            <a:spLocks noGrp="1"/>
          </p:cNvSpPr>
          <p:nvPr>
            <p:ph type="sldNum" sz="quarter" idx="12"/>
          </p:nvPr>
        </p:nvSpPr>
        <p:spPr/>
        <p:txBody>
          <a:bodyPr/>
          <a:lstStyle/>
          <a:p>
            <a:fld id="{7D9BB5D0-35E4-459D-AEF3-FE4D7C45CC19}" type="slidenum">
              <a:rPr lang="zh-CN" altLang="en-US" smtClean="0"/>
              <a:t>23</a:t>
            </a:fld>
            <a:endParaRPr lang="zh-CN" altLang="en-US"/>
          </a:p>
        </p:txBody>
      </p:sp>
      <p:pic>
        <p:nvPicPr>
          <p:cNvPr id="5" name="图片 4"/>
          <p:cNvPicPr>
            <a:picLocks noChangeAspect="1"/>
          </p:cNvPicPr>
          <p:nvPr/>
        </p:nvPicPr>
        <p:blipFill>
          <a:blip r:embed="rId2"/>
          <a:srcRect l="561" t="7039"/>
          <a:stretch>
            <a:fillRect/>
          </a:stretch>
        </p:blipFill>
        <p:spPr>
          <a:xfrm>
            <a:off x="748665" y="1579245"/>
            <a:ext cx="7201535" cy="303593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509270"/>
            <a:ext cx="7886700" cy="5668010"/>
          </a:xfrm>
        </p:spPr>
        <p:txBody>
          <a:bodyPr>
            <a:normAutofit/>
          </a:bodyPr>
          <a:lstStyle/>
          <a:p>
            <a:pPr marL="0" indent="0">
              <a:buNone/>
            </a:pPr>
            <a:br>
              <a:rPr lang="zh-CN" altLang="en-US" sz="2000"/>
            </a:br>
            <a:br>
              <a:rPr lang="zh-CN" altLang="en-US" sz="2000"/>
            </a:br>
            <a:endParaRPr lang="zh-CN" altLang="en-US" sz="2000"/>
          </a:p>
          <a:p>
            <a:pPr marL="0" indent="0">
              <a:buNone/>
            </a:pPr>
            <a:br>
              <a:rPr lang="zh-CN" altLang="en-US" sz="2000"/>
            </a:br>
            <a:br>
              <a:rPr lang="zh-CN" altLang="en-US" sz="2000"/>
            </a:br>
            <a:br>
              <a:rPr lang="zh-CN" altLang="en-US" sz="2000"/>
            </a:br>
            <a:br>
              <a:rPr lang="zh-CN" altLang="en-US" sz="2000"/>
            </a:br>
            <a:br>
              <a:rPr lang="zh-CN" altLang="en-US" sz="2000"/>
            </a:br>
            <a:br>
              <a:rPr lang="zh-CN" altLang="en-US" sz="2000"/>
            </a:br>
            <a:br>
              <a:rPr lang="zh-CN" altLang="en-US" sz="2000"/>
            </a:br>
            <a:br>
              <a:rPr lang="zh-CN" altLang="en-US" sz="2000"/>
            </a:br>
            <a:endParaRPr lang="zh-CN" altLang="en-US" sz="2000"/>
          </a:p>
          <a:p>
            <a:pPr marL="0" indent="0" fontAlgn="auto">
              <a:lnSpc>
                <a:spcPct val="100000"/>
              </a:lnSpc>
              <a:buNone/>
            </a:pPr>
            <a:r>
              <a:rPr lang="zh-CN" altLang="en-US" sz="2000"/>
              <a:t>其实，任何直线，</a:t>
            </a:r>
            <a:r>
              <a:rPr lang="zh-CN" altLang="en-US" sz="2000">
                <a:solidFill>
                  <a:srgbClr val="FF0000"/>
                </a:solidFill>
              </a:rPr>
              <a:t>只要它与扇形的焦点轨迹有两个交点，那么沿这条线的线积分就被测到了两次。</a:t>
            </a:r>
            <a:r>
              <a:rPr lang="zh-CN" altLang="en-US" sz="2000"/>
              <a:t>为了获得足够的数据来做断层成像，我们要求过物体的每一条线的线积分都要至少被测到一次。对于冗余的数据，在图像重建时需要施加适当的权函数来处理。举例来说，若一个线积分被测到了两次，对它们要进行加权，而且它们的权因子之和一定要是1。</a:t>
            </a:r>
          </a:p>
        </p:txBody>
      </p:sp>
      <p:sp>
        <p:nvSpPr>
          <p:cNvPr id="4" name="灯片编号占位符 3"/>
          <p:cNvSpPr>
            <a:spLocks noGrp="1"/>
          </p:cNvSpPr>
          <p:nvPr>
            <p:ph type="sldNum" sz="quarter" idx="12"/>
          </p:nvPr>
        </p:nvSpPr>
        <p:spPr/>
        <p:txBody>
          <a:bodyPr/>
          <a:lstStyle/>
          <a:p>
            <a:fld id="{7D9BB5D0-35E4-459D-AEF3-FE4D7C45CC19}" type="slidenum">
              <a:rPr lang="zh-CN" altLang="en-US" smtClean="0"/>
              <a:t>24</a:t>
            </a:fld>
            <a:endParaRPr lang="zh-CN" altLang="en-US"/>
          </a:p>
        </p:txBody>
      </p:sp>
      <p:pic>
        <p:nvPicPr>
          <p:cNvPr id="6" name="图片 5"/>
          <p:cNvPicPr>
            <a:picLocks noChangeAspect="1"/>
          </p:cNvPicPr>
          <p:nvPr/>
        </p:nvPicPr>
        <p:blipFill>
          <a:blip r:embed="rId2"/>
          <a:stretch>
            <a:fillRect/>
          </a:stretch>
        </p:blipFill>
        <p:spPr>
          <a:xfrm>
            <a:off x="771525" y="346710"/>
            <a:ext cx="4876800" cy="30607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D9BB5D0-35E4-459D-AEF3-FE4D7C45CC19}" type="slidenum">
              <a:rPr lang="zh-CN" altLang="en-US" smtClean="0"/>
              <a:t>25</a:t>
            </a:fld>
            <a:endParaRPr lang="zh-CN" altLang="en-US"/>
          </a:p>
        </p:txBody>
      </p:sp>
      <p:pic>
        <p:nvPicPr>
          <p:cNvPr id="6" name="内容占位符 5"/>
          <p:cNvPicPr>
            <a:picLocks noGrp="1" noChangeAspect="1"/>
          </p:cNvPicPr>
          <p:nvPr>
            <p:ph idx="1"/>
          </p:nvPr>
        </p:nvPicPr>
        <p:blipFill>
          <a:blip r:embed="rId2"/>
          <a:stretch>
            <a:fillRect/>
          </a:stretch>
        </p:blipFill>
        <p:spPr>
          <a:xfrm>
            <a:off x="2057400" y="801370"/>
            <a:ext cx="5338445" cy="3693795"/>
          </a:xfrm>
          <a:prstGeom prst="rect">
            <a:avLst/>
          </a:prstGeom>
        </p:spPr>
      </p:pic>
      <p:pic>
        <p:nvPicPr>
          <p:cNvPr id="7" name="图片 6"/>
          <p:cNvPicPr>
            <a:picLocks noChangeAspect="1"/>
          </p:cNvPicPr>
          <p:nvPr/>
        </p:nvPicPr>
        <p:blipFill>
          <a:blip r:embed="rId3"/>
          <a:stretch>
            <a:fillRect/>
          </a:stretch>
        </p:blipFill>
        <p:spPr>
          <a:xfrm>
            <a:off x="2190750" y="5035550"/>
            <a:ext cx="4387850" cy="1320800"/>
          </a:xfrm>
          <a:prstGeom prst="rect">
            <a:avLst/>
          </a:prstGeom>
        </p:spPr>
      </p:pic>
      <p:sp>
        <p:nvSpPr>
          <p:cNvPr id="8" name="文本框 7"/>
          <p:cNvSpPr txBox="1"/>
          <p:nvPr/>
        </p:nvSpPr>
        <p:spPr>
          <a:xfrm>
            <a:off x="1301750" y="565785"/>
            <a:ext cx="1706880" cy="398780"/>
          </a:xfrm>
          <a:prstGeom prst="rect">
            <a:avLst/>
          </a:prstGeom>
          <a:noFill/>
        </p:spPr>
        <p:txBody>
          <a:bodyPr wrap="none" rtlCol="0">
            <a:spAutoFit/>
          </a:bodyPr>
          <a:lstStyle/>
          <a:p>
            <a:r>
              <a:rPr lang="zh-CN" altLang="en-US" sz="2000"/>
              <a:t>数据冗余条件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24255" y="749935"/>
            <a:ext cx="7095490" cy="922020"/>
          </a:xfrm>
          <a:prstGeom prst="rect">
            <a:avLst/>
          </a:prstGeom>
          <a:noFill/>
        </p:spPr>
        <p:txBody>
          <a:bodyPr wrap="square" rtlCol="0">
            <a:spAutoFit/>
          </a:bodyPr>
          <a:lstStyle/>
          <a:p>
            <a:r>
              <a:rPr lang="zh-CN" altLang="en-US"/>
              <a:t>主要参考资料：</a:t>
            </a:r>
          </a:p>
          <a:p>
            <a:r>
              <a:rPr lang="en-US" altLang="zh-CN"/>
              <a:t>[1] CT</a:t>
            </a:r>
            <a:r>
              <a:rPr lang="zh-CN" altLang="en-US"/>
              <a:t>重建算法；闫镔，李磊 编著；</a:t>
            </a:r>
            <a:r>
              <a:rPr lang="en-US" altLang="zh-CN"/>
              <a:t>2014</a:t>
            </a:r>
            <a:r>
              <a:rPr lang="zh-CN" altLang="en-US"/>
              <a:t>，科学出版社</a:t>
            </a:r>
          </a:p>
          <a:p>
            <a:r>
              <a:rPr lang="en-US" altLang="zh-CN"/>
              <a:t>[2] CT</a:t>
            </a:r>
            <a:r>
              <a:rPr lang="zh-CN" altLang="en-US"/>
              <a:t>重建算法；曾根生；</a:t>
            </a:r>
            <a:r>
              <a:rPr lang="en-US" altLang="zh-CN"/>
              <a:t>2009</a:t>
            </a:r>
            <a:r>
              <a:rPr lang="zh-CN" altLang="en-US"/>
              <a:t>年，高等教育出版社</a:t>
            </a:r>
          </a:p>
        </p:txBody>
      </p:sp>
      <p:sp>
        <p:nvSpPr>
          <p:cNvPr id="2" name="灯片编号占位符 1"/>
          <p:cNvSpPr>
            <a:spLocks noGrp="1"/>
          </p:cNvSpPr>
          <p:nvPr>
            <p:ph type="sldNum" sz="quarter" idx="12"/>
          </p:nvPr>
        </p:nvSpPr>
        <p:spPr/>
        <p:txBody>
          <a:bodyPr/>
          <a:lstStyle/>
          <a:p>
            <a:fld id="{7D9BB5D0-35E4-459D-AEF3-FE4D7C45CC19}" type="slidenum">
              <a:rPr lang="zh-CN" altLang="en-US" smtClean="0"/>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134FE60-4D86-58FE-BFDF-EDFA5A926E1A}"/>
              </a:ext>
            </a:extLst>
          </p:cNvPr>
          <p:cNvSpPr>
            <a:spLocks noGrp="1"/>
          </p:cNvSpPr>
          <p:nvPr>
            <p:ph type="sldNum" sz="quarter" idx="12"/>
          </p:nvPr>
        </p:nvSpPr>
        <p:spPr/>
        <p:txBody>
          <a:bodyPr/>
          <a:lstStyle/>
          <a:p>
            <a:fld id="{7D9BB5D0-35E4-459D-AEF3-FE4D7C45CC19}" type="slidenum">
              <a:rPr lang="zh-CN" altLang="en-US" smtClean="0"/>
              <a:t>27</a:t>
            </a:fld>
            <a:endParaRPr lang="zh-CN" altLang="en-US"/>
          </a:p>
        </p:txBody>
      </p:sp>
      <p:pic>
        <p:nvPicPr>
          <p:cNvPr id="6" name="图片 5">
            <a:extLst>
              <a:ext uri="{FF2B5EF4-FFF2-40B4-BE49-F238E27FC236}">
                <a16:creationId xmlns:a16="http://schemas.microsoft.com/office/drawing/2014/main" id="{A15DAB83-AF10-4C83-8B95-E1EBCD78BA9A}"/>
              </a:ext>
            </a:extLst>
          </p:cNvPr>
          <p:cNvPicPr>
            <a:picLocks noChangeAspect="1"/>
          </p:cNvPicPr>
          <p:nvPr/>
        </p:nvPicPr>
        <p:blipFill>
          <a:blip r:embed="rId2"/>
          <a:srcRect l="4770" t="3016" r="2753" b="1024"/>
          <a:stretch>
            <a:fillRect/>
          </a:stretch>
        </p:blipFill>
        <p:spPr>
          <a:xfrm>
            <a:off x="1038679" y="671618"/>
            <a:ext cx="7630392" cy="5175508"/>
          </a:xfrm>
          <a:prstGeom prst="rect">
            <a:avLst/>
          </a:prstGeom>
        </p:spPr>
      </p:pic>
    </p:spTree>
    <p:extLst>
      <p:ext uri="{BB962C8B-B14F-4D97-AF65-F5344CB8AC3E}">
        <p14:creationId xmlns:p14="http://schemas.microsoft.com/office/powerpoint/2010/main" val="2309360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a:extLst>
              <a:ext uri="{FF2B5EF4-FFF2-40B4-BE49-F238E27FC236}">
                <a16:creationId xmlns:a16="http://schemas.microsoft.com/office/drawing/2014/main" id="{D4AFD8F8-B565-1011-82A9-C067530B1478}"/>
              </a:ext>
            </a:extLst>
          </p:cNvPr>
          <p:cNvSpPr txBox="1"/>
          <p:nvPr/>
        </p:nvSpPr>
        <p:spPr>
          <a:xfrm>
            <a:off x="4903365" y="897140"/>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y</a:t>
            </a:r>
            <a:endParaRPr lang="zh-CN" altLang="en-US" i="1" dirty="0">
              <a:latin typeface="Times New Roman" panose="02020603050405020304" pitchFamily="18" charset="0"/>
              <a:cs typeface="Times New Roman" panose="02020603050405020304" pitchFamily="18" charset="0"/>
            </a:endParaRPr>
          </a:p>
        </p:txBody>
      </p:sp>
      <p:grpSp>
        <p:nvGrpSpPr>
          <p:cNvPr id="28" name="组合 27">
            <a:extLst>
              <a:ext uri="{FF2B5EF4-FFF2-40B4-BE49-F238E27FC236}">
                <a16:creationId xmlns:a16="http://schemas.microsoft.com/office/drawing/2014/main" id="{27BF0A31-4AEF-84C1-BE50-C690438883E2}"/>
              </a:ext>
            </a:extLst>
          </p:cNvPr>
          <p:cNvGrpSpPr/>
          <p:nvPr/>
        </p:nvGrpSpPr>
        <p:grpSpPr>
          <a:xfrm>
            <a:off x="2724414" y="1023457"/>
            <a:ext cx="4782874" cy="3556932"/>
            <a:chOff x="2724414" y="1023457"/>
            <a:chExt cx="4782874" cy="3556932"/>
          </a:xfrm>
        </p:grpSpPr>
        <p:cxnSp>
          <p:nvCxnSpPr>
            <p:cNvPr id="6" name="直接箭头连接符 5">
              <a:extLst>
                <a:ext uri="{FF2B5EF4-FFF2-40B4-BE49-F238E27FC236}">
                  <a16:creationId xmlns:a16="http://schemas.microsoft.com/office/drawing/2014/main" id="{65AC24B0-7E06-93F0-C06E-EFCB0C8F7EAD}"/>
                </a:ext>
              </a:extLst>
            </p:cNvPr>
            <p:cNvCxnSpPr/>
            <p:nvPr/>
          </p:nvCxnSpPr>
          <p:spPr>
            <a:xfrm>
              <a:off x="2952925" y="3330429"/>
              <a:ext cx="3900880"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7" name="直接箭头连接符 6">
              <a:extLst>
                <a:ext uri="{FF2B5EF4-FFF2-40B4-BE49-F238E27FC236}">
                  <a16:creationId xmlns:a16="http://schemas.microsoft.com/office/drawing/2014/main" id="{00452405-46EC-2AF7-1AE8-89C09ADB3FF2}"/>
                </a:ext>
              </a:extLst>
            </p:cNvPr>
            <p:cNvCxnSpPr>
              <a:cxnSpLocks/>
            </p:cNvCxnSpPr>
            <p:nvPr/>
          </p:nvCxnSpPr>
          <p:spPr>
            <a:xfrm flipH="1" flipV="1">
              <a:off x="4903365" y="1023457"/>
              <a:ext cx="1" cy="355693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9" name="直接箭头连接符 8">
              <a:extLst>
                <a:ext uri="{FF2B5EF4-FFF2-40B4-BE49-F238E27FC236}">
                  <a16:creationId xmlns:a16="http://schemas.microsoft.com/office/drawing/2014/main" id="{D7E5518E-2913-0615-6AF4-8ECADAA9F3C4}"/>
                </a:ext>
              </a:extLst>
            </p:cNvPr>
            <p:cNvCxnSpPr>
              <a:cxnSpLocks/>
            </p:cNvCxnSpPr>
            <p:nvPr/>
          </p:nvCxnSpPr>
          <p:spPr>
            <a:xfrm>
              <a:off x="3028426" y="1816216"/>
              <a:ext cx="1874940" cy="1514213"/>
            </a:xfrm>
            <a:prstGeom prst="straightConnector1">
              <a:avLst/>
            </a:prstGeom>
            <a:ln>
              <a:solidFill>
                <a:schemeClr val="tx1"/>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12" name="直接箭头连接符 11">
              <a:extLst>
                <a:ext uri="{FF2B5EF4-FFF2-40B4-BE49-F238E27FC236}">
                  <a16:creationId xmlns:a16="http://schemas.microsoft.com/office/drawing/2014/main" id="{22A274BD-2656-3CB7-5136-B1FE1B7B13A8}"/>
                </a:ext>
              </a:extLst>
            </p:cNvPr>
            <p:cNvCxnSpPr>
              <a:cxnSpLocks/>
            </p:cNvCxnSpPr>
            <p:nvPr/>
          </p:nvCxnSpPr>
          <p:spPr>
            <a:xfrm>
              <a:off x="3028425" y="1816215"/>
              <a:ext cx="3397542" cy="1037964"/>
            </a:xfrm>
            <a:prstGeom prst="straightConnector1">
              <a:avLst/>
            </a:prstGeom>
            <a:ln>
              <a:solidFill>
                <a:schemeClr val="tx1"/>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16" name="直接箭头连接符 15">
              <a:extLst>
                <a:ext uri="{FF2B5EF4-FFF2-40B4-BE49-F238E27FC236}">
                  <a16:creationId xmlns:a16="http://schemas.microsoft.com/office/drawing/2014/main" id="{7FCBD612-EDFA-A017-8516-8CC44335F534}"/>
                </a:ext>
              </a:extLst>
            </p:cNvPr>
            <p:cNvCxnSpPr>
              <a:cxnSpLocks/>
            </p:cNvCxnSpPr>
            <p:nvPr/>
          </p:nvCxnSpPr>
          <p:spPr>
            <a:xfrm flipV="1">
              <a:off x="4903365" y="2792469"/>
              <a:ext cx="1333619" cy="537960"/>
            </a:xfrm>
            <a:prstGeom prst="straightConnector1">
              <a:avLst/>
            </a:prstGeom>
            <a:ln>
              <a:solidFill>
                <a:srgbClr val="FF0000"/>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20" name="直接箭头连接符 19">
              <a:extLst>
                <a:ext uri="{FF2B5EF4-FFF2-40B4-BE49-F238E27FC236}">
                  <a16:creationId xmlns:a16="http://schemas.microsoft.com/office/drawing/2014/main" id="{37988A6C-AA9A-186E-78FE-E9CA5D05F335}"/>
                </a:ext>
              </a:extLst>
            </p:cNvPr>
            <p:cNvCxnSpPr>
              <a:cxnSpLocks/>
            </p:cNvCxnSpPr>
            <p:nvPr/>
          </p:nvCxnSpPr>
          <p:spPr>
            <a:xfrm>
              <a:off x="4880928" y="3311597"/>
              <a:ext cx="692573" cy="574821"/>
            </a:xfrm>
            <a:prstGeom prst="straightConnector1">
              <a:avLst/>
            </a:prstGeom>
            <a:ln>
              <a:solidFill>
                <a:schemeClr val="tx1"/>
              </a:solidFill>
              <a:prstDash val="sysDash"/>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22" name="直接箭头连接符 21">
              <a:extLst>
                <a:ext uri="{FF2B5EF4-FFF2-40B4-BE49-F238E27FC236}">
                  <a16:creationId xmlns:a16="http://schemas.microsoft.com/office/drawing/2014/main" id="{ADA663B6-568A-513B-6B16-2189BB05EFD5}"/>
                </a:ext>
              </a:extLst>
            </p:cNvPr>
            <p:cNvCxnSpPr>
              <a:cxnSpLocks/>
            </p:cNvCxnSpPr>
            <p:nvPr/>
          </p:nvCxnSpPr>
          <p:spPr>
            <a:xfrm flipV="1">
              <a:off x="5456120" y="2792469"/>
              <a:ext cx="780864" cy="990601"/>
            </a:xfrm>
            <a:prstGeom prst="straightConnector1">
              <a:avLst/>
            </a:prstGeom>
            <a:ln>
              <a:solidFill>
                <a:srgbClr val="FF0000"/>
              </a:solidFill>
              <a:prstDash val="sysDash"/>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29" name="连接符: 肘形 28">
              <a:extLst>
                <a:ext uri="{FF2B5EF4-FFF2-40B4-BE49-F238E27FC236}">
                  <a16:creationId xmlns:a16="http://schemas.microsoft.com/office/drawing/2014/main" id="{8359EFBE-1FA7-F580-F8B1-29E00D6CB382}"/>
                </a:ext>
              </a:extLst>
            </p:cNvPr>
            <p:cNvCxnSpPr>
              <a:cxnSpLocks/>
            </p:cNvCxnSpPr>
            <p:nvPr/>
          </p:nvCxnSpPr>
          <p:spPr>
            <a:xfrm rot="2400000">
              <a:off x="5470056" y="3736118"/>
              <a:ext cx="131540" cy="93904"/>
            </a:xfrm>
            <a:prstGeom prst="bentConnector3">
              <a:avLst>
                <a:gd name="adj1" fmla="val 103102"/>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0FAEC1F7-6D3F-AC83-E42A-6D9845E1319E}"/>
                </a:ext>
              </a:extLst>
            </p:cNvPr>
            <p:cNvSpPr txBox="1"/>
            <p:nvPr/>
          </p:nvSpPr>
          <p:spPr>
            <a:xfrm>
              <a:off x="6179075" y="2472969"/>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M</a:t>
              </a:r>
              <a:endParaRPr lang="zh-CN" altLang="en-US" i="1" dirty="0">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E845C8EC-E8CC-1CBA-AD5E-8E1ADF17BB6F}"/>
                </a:ext>
              </a:extLst>
            </p:cNvPr>
            <p:cNvSpPr txBox="1"/>
            <p:nvPr/>
          </p:nvSpPr>
          <p:spPr>
            <a:xfrm>
              <a:off x="6637337" y="3244915"/>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x</a:t>
              </a:r>
              <a:endParaRPr lang="zh-CN" altLang="en-US" i="1" dirty="0">
                <a:latin typeface="Times New Roman" panose="02020603050405020304" pitchFamily="18" charset="0"/>
                <a:cs typeface="Times New Roman" panose="02020603050405020304" pitchFamily="18" charset="0"/>
              </a:endParaRPr>
            </a:p>
          </p:txBody>
        </p:sp>
        <p:sp>
          <p:nvSpPr>
            <p:cNvPr id="37" name="文本框 36">
              <a:extLst>
                <a:ext uri="{FF2B5EF4-FFF2-40B4-BE49-F238E27FC236}">
                  <a16:creationId xmlns:a16="http://schemas.microsoft.com/office/drawing/2014/main" id="{5612B842-0E3C-7A58-CBB9-D8157769AB8C}"/>
                </a:ext>
              </a:extLst>
            </p:cNvPr>
            <p:cNvSpPr txBox="1"/>
            <p:nvPr/>
          </p:nvSpPr>
          <p:spPr>
            <a:xfrm>
              <a:off x="2724414" y="1622133"/>
              <a:ext cx="457022"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S</a:t>
              </a:r>
              <a:r>
                <a:rPr lang="en-US" altLang="zh-CN" i="1" baseline="-25000" dirty="0">
                  <a:latin typeface="Times New Roman" panose="02020603050405020304" pitchFamily="18" charset="0"/>
                  <a:cs typeface="Times New Roman" panose="02020603050405020304" pitchFamily="18" charset="0"/>
                </a:rPr>
                <a:t>o</a:t>
              </a:r>
              <a:endParaRPr lang="zh-CN" altLang="en-US" i="1" baseline="-25000" dirty="0">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08DDF0A4-4B09-F39E-C82A-A9A11A712675}"/>
                </a:ext>
              </a:extLst>
            </p:cNvPr>
            <p:cNvSpPr txBox="1"/>
            <p:nvPr/>
          </p:nvSpPr>
          <p:spPr>
            <a:xfrm>
              <a:off x="4640194" y="3272079"/>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O</a:t>
              </a:r>
              <a:endParaRPr lang="zh-CN" altLang="en-US" i="1" dirty="0">
                <a:latin typeface="Times New Roman" panose="02020603050405020304" pitchFamily="18" charset="0"/>
                <a:cs typeface="Times New Roman" panose="02020603050405020304" pitchFamily="18" charset="0"/>
              </a:endParaRPr>
            </a:p>
          </p:txBody>
        </p:sp>
        <p:sp>
          <p:nvSpPr>
            <p:cNvPr id="39" name="弧形 38">
              <a:extLst>
                <a:ext uri="{FF2B5EF4-FFF2-40B4-BE49-F238E27FC236}">
                  <a16:creationId xmlns:a16="http://schemas.microsoft.com/office/drawing/2014/main" id="{C11A9B47-1241-5279-81A8-8DBFBE24BB22}"/>
                </a:ext>
              </a:extLst>
            </p:cNvPr>
            <p:cNvSpPr/>
            <p:nvPr/>
          </p:nvSpPr>
          <p:spPr>
            <a:xfrm>
              <a:off x="4572000" y="3183252"/>
              <a:ext cx="328571" cy="73090"/>
            </a:xfrm>
            <a:prstGeom prst="arc">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aphicFrame>
          <p:nvGraphicFramePr>
            <p:cNvPr id="40" name="对象 39">
              <a:extLst>
                <a:ext uri="{FF2B5EF4-FFF2-40B4-BE49-F238E27FC236}">
                  <a16:creationId xmlns:a16="http://schemas.microsoft.com/office/drawing/2014/main" id="{B79EEDD3-02CA-4661-3442-DB93B03DA854}"/>
                </a:ext>
              </a:extLst>
            </p:cNvPr>
            <p:cNvGraphicFramePr>
              <a:graphicFrameLocks noChangeAspect="1"/>
            </p:cNvGraphicFramePr>
            <p:nvPr>
              <p:extLst>
                <p:ext uri="{D42A27DB-BD31-4B8C-83A1-F6EECF244321}">
                  <p14:modId xmlns:p14="http://schemas.microsoft.com/office/powerpoint/2010/main" val="1678507618"/>
                </p:ext>
              </p:extLst>
            </p:nvPr>
          </p:nvGraphicFramePr>
          <p:xfrm>
            <a:off x="4651967" y="2841763"/>
            <a:ext cx="239625" cy="319500"/>
          </p:xfrm>
          <a:graphic>
            <a:graphicData uri="http://schemas.openxmlformats.org/presentationml/2006/ole">
              <mc:AlternateContent xmlns:mc="http://schemas.openxmlformats.org/markup-compatibility/2006">
                <mc:Choice xmlns:v="urn:schemas-microsoft-com:vml" Requires="v">
                  <p:oleObj name="Equation" r:id="rId2" imgW="152280" imgH="203040" progId="Equation.DSMT4">
                    <p:embed/>
                  </p:oleObj>
                </mc:Choice>
                <mc:Fallback>
                  <p:oleObj name="Equation" r:id="rId2" imgW="152280" imgH="203040" progId="Equation.DSMT4">
                    <p:embed/>
                    <p:pic>
                      <p:nvPicPr>
                        <p:cNvPr id="0" name=""/>
                        <p:cNvPicPr/>
                        <p:nvPr/>
                      </p:nvPicPr>
                      <p:blipFill>
                        <a:blip r:embed="rId3"/>
                        <a:stretch>
                          <a:fillRect/>
                        </a:stretch>
                      </p:blipFill>
                      <p:spPr>
                        <a:xfrm>
                          <a:off x="4651967" y="2841763"/>
                          <a:ext cx="239625" cy="319500"/>
                        </a:xfrm>
                        <a:prstGeom prst="rect">
                          <a:avLst/>
                        </a:prstGeom>
                      </p:spPr>
                    </p:pic>
                  </p:oleObj>
                </mc:Fallback>
              </mc:AlternateContent>
            </a:graphicData>
          </a:graphic>
        </p:graphicFrame>
        <p:sp>
          <p:nvSpPr>
            <p:cNvPr id="41" name="弧形 40">
              <a:extLst>
                <a:ext uri="{FF2B5EF4-FFF2-40B4-BE49-F238E27FC236}">
                  <a16:creationId xmlns:a16="http://schemas.microsoft.com/office/drawing/2014/main" id="{43CB478A-BECC-920C-6C79-DCBB937F7589}"/>
                </a:ext>
              </a:extLst>
            </p:cNvPr>
            <p:cNvSpPr/>
            <p:nvPr/>
          </p:nvSpPr>
          <p:spPr>
            <a:xfrm rot="7717470">
              <a:off x="3236814" y="1878328"/>
              <a:ext cx="328571" cy="73090"/>
            </a:xfrm>
            <a:prstGeom prst="arc">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aphicFrame>
          <p:nvGraphicFramePr>
            <p:cNvPr id="42" name="对象 41">
              <a:extLst>
                <a:ext uri="{FF2B5EF4-FFF2-40B4-BE49-F238E27FC236}">
                  <a16:creationId xmlns:a16="http://schemas.microsoft.com/office/drawing/2014/main" id="{0ABF5309-236A-FF95-5819-E0636415C74A}"/>
                </a:ext>
              </a:extLst>
            </p:cNvPr>
            <p:cNvGraphicFramePr>
              <a:graphicFrameLocks noChangeAspect="1"/>
            </p:cNvGraphicFramePr>
            <p:nvPr>
              <p:extLst>
                <p:ext uri="{D42A27DB-BD31-4B8C-83A1-F6EECF244321}">
                  <p14:modId xmlns:p14="http://schemas.microsoft.com/office/powerpoint/2010/main" val="2352953263"/>
                </p:ext>
              </p:extLst>
            </p:nvPr>
          </p:nvGraphicFramePr>
          <p:xfrm>
            <a:off x="3585862" y="2010070"/>
            <a:ext cx="256278" cy="313975"/>
          </p:xfrm>
          <a:graphic>
            <a:graphicData uri="http://schemas.openxmlformats.org/presentationml/2006/ole">
              <mc:AlternateContent xmlns:mc="http://schemas.openxmlformats.org/markup-compatibility/2006">
                <mc:Choice xmlns:v="urn:schemas-microsoft-com:vml" Requires="v">
                  <p:oleObj name="Equation" r:id="rId4" imgW="164880" imgH="203040" progId="Equation.DSMT4">
                    <p:embed/>
                  </p:oleObj>
                </mc:Choice>
                <mc:Fallback>
                  <p:oleObj name="Equation" r:id="rId4" imgW="164880" imgH="203040" progId="Equation.DSMT4">
                    <p:embed/>
                    <p:pic>
                      <p:nvPicPr>
                        <p:cNvPr id="40" name="对象 39">
                          <a:extLst>
                            <a:ext uri="{FF2B5EF4-FFF2-40B4-BE49-F238E27FC236}">
                              <a16:creationId xmlns:a16="http://schemas.microsoft.com/office/drawing/2014/main" id="{B79EEDD3-02CA-4661-3442-DB93B03DA854}"/>
                            </a:ext>
                          </a:extLst>
                        </p:cNvPr>
                        <p:cNvPicPr/>
                        <p:nvPr/>
                      </p:nvPicPr>
                      <p:blipFill>
                        <a:blip r:embed="rId5"/>
                        <a:stretch>
                          <a:fillRect/>
                        </a:stretch>
                      </p:blipFill>
                      <p:spPr>
                        <a:xfrm>
                          <a:off x="3585862" y="2010070"/>
                          <a:ext cx="256278" cy="313975"/>
                        </a:xfrm>
                        <a:prstGeom prst="rect">
                          <a:avLst/>
                        </a:prstGeom>
                      </p:spPr>
                    </p:pic>
                  </p:oleObj>
                </mc:Fallback>
              </mc:AlternateContent>
            </a:graphicData>
          </a:graphic>
        </p:graphicFrame>
        <p:sp>
          <p:nvSpPr>
            <p:cNvPr id="2" name="文本框 1">
              <a:extLst>
                <a:ext uri="{FF2B5EF4-FFF2-40B4-BE49-F238E27FC236}">
                  <a16:creationId xmlns:a16="http://schemas.microsoft.com/office/drawing/2014/main" id="{280DE4D3-CE14-2EFD-2487-AD99B723BCAB}"/>
                </a:ext>
              </a:extLst>
            </p:cNvPr>
            <p:cNvSpPr txBox="1"/>
            <p:nvPr/>
          </p:nvSpPr>
          <p:spPr>
            <a:xfrm>
              <a:off x="5348091" y="2782515"/>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r</a:t>
              </a:r>
              <a:endParaRPr lang="zh-CN" altLang="en-US" i="1" dirty="0">
                <a:latin typeface="Times New Roman" panose="02020603050405020304" pitchFamily="18" charset="0"/>
                <a:cs typeface="Times New Roman" panose="02020603050405020304" pitchFamily="18" charset="0"/>
              </a:endParaRPr>
            </a:p>
          </p:txBody>
        </p:sp>
        <p:sp>
          <p:nvSpPr>
            <p:cNvPr id="3" name="弧形 2">
              <a:extLst>
                <a:ext uri="{FF2B5EF4-FFF2-40B4-BE49-F238E27FC236}">
                  <a16:creationId xmlns:a16="http://schemas.microsoft.com/office/drawing/2014/main" id="{6249B459-0842-4A39-ABEC-83C2441FDFA5}"/>
                </a:ext>
              </a:extLst>
            </p:cNvPr>
            <p:cNvSpPr/>
            <p:nvPr/>
          </p:nvSpPr>
          <p:spPr>
            <a:xfrm rot="7717470">
              <a:off x="4847741" y="3380302"/>
              <a:ext cx="328571" cy="73090"/>
            </a:xfrm>
            <a:prstGeom prst="arc">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aphicFrame>
          <p:nvGraphicFramePr>
            <p:cNvPr id="4" name="对象 3">
              <a:extLst>
                <a:ext uri="{FF2B5EF4-FFF2-40B4-BE49-F238E27FC236}">
                  <a16:creationId xmlns:a16="http://schemas.microsoft.com/office/drawing/2014/main" id="{0C448C74-478E-2E29-1666-4D39AE70790D}"/>
                </a:ext>
              </a:extLst>
            </p:cNvPr>
            <p:cNvGraphicFramePr>
              <a:graphicFrameLocks noChangeAspect="1"/>
            </p:cNvGraphicFramePr>
            <p:nvPr>
              <p:extLst>
                <p:ext uri="{D42A27DB-BD31-4B8C-83A1-F6EECF244321}">
                  <p14:modId xmlns:p14="http://schemas.microsoft.com/office/powerpoint/2010/main" val="1494481416"/>
                </p:ext>
              </p:extLst>
            </p:nvPr>
          </p:nvGraphicFramePr>
          <p:xfrm>
            <a:off x="4931081" y="3555748"/>
            <a:ext cx="239625" cy="319500"/>
          </p:xfrm>
          <a:graphic>
            <a:graphicData uri="http://schemas.openxmlformats.org/presentationml/2006/ole">
              <mc:AlternateContent xmlns:mc="http://schemas.openxmlformats.org/markup-compatibility/2006">
                <mc:Choice xmlns:v="urn:schemas-microsoft-com:vml" Requires="v">
                  <p:oleObj name="Equation" r:id="rId2" imgW="152280" imgH="203040" progId="Equation.DSMT4">
                    <p:embed/>
                  </p:oleObj>
                </mc:Choice>
                <mc:Fallback>
                  <p:oleObj name="Equation" r:id="rId2" imgW="152280" imgH="203040" progId="Equation.DSMT4">
                    <p:embed/>
                    <p:pic>
                      <p:nvPicPr>
                        <p:cNvPr id="40" name="对象 39">
                          <a:extLst>
                            <a:ext uri="{FF2B5EF4-FFF2-40B4-BE49-F238E27FC236}">
                              <a16:creationId xmlns:a16="http://schemas.microsoft.com/office/drawing/2014/main" id="{B79EEDD3-02CA-4661-3442-DB93B03DA854}"/>
                            </a:ext>
                          </a:extLst>
                        </p:cNvPr>
                        <p:cNvPicPr/>
                        <p:nvPr/>
                      </p:nvPicPr>
                      <p:blipFill>
                        <a:blip r:embed="rId3"/>
                        <a:stretch>
                          <a:fillRect/>
                        </a:stretch>
                      </p:blipFill>
                      <p:spPr>
                        <a:xfrm>
                          <a:off x="4931081" y="3555748"/>
                          <a:ext cx="239625" cy="319500"/>
                        </a:xfrm>
                        <a:prstGeom prst="rect">
                          <a:avLst/>
                        </a:prstGeom>
                      </p:spPr>
                    </p:pic>
                  </p:oleObj>
                </mc:Fallback>
              </mc:AlternateContent>
            </a:graphicData>
          </a:graphic>
        </p:graphicFrame>
        <p:sp>
          <p:nvSpPr>
            <p:cNvPr id="5" name="弧形 4">
              <a:extLst>
                <a:ext uri="{FF2B5EF4-FFF2-40B4-BE49-F238E27FC236}">
                  <a16:creationId xmlns:a16="http://schemas.microsoft.com/office/drawing/2014/main" id="{FB01EF65-995E-76A7-C0AB-FEEBE5CE0621}"/>
                </a:ext>
              </a:extLst>
            </p:cNvPr>
            <p:cNvSpPr/>
            <p:nvPr/>
          </p:nvSpPr>
          <p:spPr>
            <a:xfrm rot="3255547">
              <a:off x="5751697" y="3166407"/>
              <a:ext cx="328571" cy="73090"/>
            </a:xfrm>
            <a:prstGeom prst="arc">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aphicFrame>
          <p:nvGraphicFramePr>
            <p:cNvPr id="8" name="对象 7">
              <a:extLst>
                <a:ext uri="{FF2B5EF4-FFF2-40B4-BE49-F238E27FC236}">
                  <a16:creationId xmlns:a16="http://schemas.microsoft.com/office/drawing/2014/main" id="{912C9342-70AA-DD1B-E6F7-677B67FF0618}"/>
                </a:ext>
              </a:extLst>
            </p:cNvPr>
            <p:cNvGraphicFramePr>
              <a:graphicFrameLocks noChangeAspect="1"/>
            </p:cNvGraphicFramePr>
            <p:nvPr>
              <p:extLst>
                <p:ext uri="{D42A27DB-BD31-4B8C-83A1-F6EECF244321}">
                  <p14:modId xmlns:p14="http://schemas.microsoft.com/office/powerpoint/2010/main" val="721001301"/>
                </p:ext>
              </p:extLst>
            </p:nvPr>
          </p:nvGraphicFramePr>
          <p:xfrm>
            <a:off x="5994069" y="2999051"/>
            <a:ext cx="239625" cy="319500"/>
          </p:xfrm>
          <a:graphic>
            <a:graphicData uri="http://schemas.openxmlformats.org/presentationml/2006/ole">
              <mc:AlternateContent xmlns:mc="http://schemas.openxmlformats.org/markup-compatibility/2006">
                <mc:Choice xmlns:v="urn:schemas-microsoft-com:vml" Requires="v">
                  <p:oleObj name="Equation" r:id="rId2" imgW="152280" imgH="203040" progId="Equation.DSMT4">
                    <p:embed/>
                  </p:oleObj>
                </mc:Choice>
                <mc:Fallback>
                  <p:oleObj name="Equation" r:id="rId2" imgW="152280" imgH="203040" progId="Equation.DSMT4">
                    <p:embed/>
                    <p:pic>
                      <p:nvPicPr>
                        <p:cNvPr id="4" name="对象 3">
                          <a:extLst>
                            <a:ext uri="{FF2B5EF4-FFF2-40B4-BE49-F238E27FC236}">
                              <a16:creationId xmlns:a16="http://schemas.microsoft.com/office/drawing/2014/main" id="{0C448C74-478E-2E29-1666-4D39AE70790D}"/>
                            </a:ext>
                          </a:extLst>
                        </p:cNvPr>
                        <p:cNvPicPr/>
                        <p:nvPr/>
                      </p:nvPicPr>
                      <p:blipFill>
                        <a:blip r:embed="rId3"/>
                        <a:stretch>
                          <a:fillRect/>
                        </a:stretch>
                      </p:blipFill>
                      <p:spPr>
                        <a:xfrm>
                          <a:off x="5994069" y="2999051"/>
                          <a:ext cx="239625" cy="319500"/>
                        </a:xfrm>
                        <a:prstGeom prst="rect">
                          <a:avLst/>
                        </a:prstGeom>
                      </p:spPr>
                    </p:pic>
                  </p:oleObj>
                </mc:Fallback>
              </mc:AlternateContent>
            </a:graphicData>
          </a:graphic>
        </p:graphicFrame>
        <p:sp>
          <p:nvSpPr>
            <p:cNvPr id="10" name="弧形 9">
              <a:extLst>
                <a:ext uri="{FF2B5EF4-FFF2-40B4-BE49-F238E27FC236}">
                  <a16:creationId xmlns:a16="http://schemas.microsoft.com/office/drawing/2014/main" id="{0E45A849-CDFA-7ACB-B94B-FD4994D05E8B}"/>
                </a:ext>
              </a:extLst>
            </p:cNvPr>
            <p:cNvSpPr/>
            <p:nvPr/>
          </p:nvSpPr>
          <p:spPr>
            <a:xfrm rot="4138508">
              <a:off x="5060033" y="3164619"/>
              <a:ext cx="328571" cy="73090"/>
            </a:xfrm>
            <a:prstGeom prst="arc">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aphicFrame>
          <p:nvGraphicFramePr>
            <p:cNvPr id="11" name="对象 10">
              <a:extLst>
                <a:ext uri="{FF2B5EF4-FFF2-40B4-BE49-F238E27FC236}">
                  <a16:creationId xmlns:a16="http://schemas.microsoft.com/office/drawing/2014/main" id="{1930A555-EF25-7A52-712E-9E1BAF29B2AF}"/>
                </a:ext>
              </a:extLst>
            </p:cNvPr>
            <p:cNvGraphicFramePr>
              <a:graphicFrameLocks noChangeAspect="1"/>
            </p:cNvGraphicFramePr>
            <p:nvPr>
              <p:extLst>
                <p:ext uri="{D42A27DB-BD31-4B8C-83A1-F6EECF244321}">
                  <p14:modId xmlns:p14="http://schemas.microsoft.com/office/powerpoint/2010/main" val="2201825925"/>
                </p:ext>
              </p:extLst>
            </p:nvPr>
          </p:nvGraphicFramePr>
          <p:xfrm>
            <a:off x="5326063" y="3043238"/>
            <a:ext cx="233362" cy="371475"/>
          </p:xfrm>
          <a:graphic>
            <a:graphicData uri="http://schemas.openxmlformats.org/presentationml/2006/ole">
              <mc:AlternateContent xmlns:mc="http://schemas.openxmlformats.org/markup-compatibility/2006">
                <mc:Choice xmlns:v="urn:schemas-microsoft-com:vml" Requires="v">
                  <p:oleObj name="Equation" r:id="rId6" imgW="126720" imgH="203040" progId="Equation.DSMT4">
                    <p:embed/>
                  </p:oleObj>
                </mc:Choice>
                <mc:Fallback>
                  <p:oleObj name="Equation" r:id="rId6" imgW="126720" imgH="203040" progId="Equation.DSMT4">
                    <p:embed/>
                    <p:pic>
                      <p:nvPicPr>
                        <p:cNvPr id="42" name="对象 41">
                          <a:extLst>
                            <a:ext uri="{FF2B5EF4-FFF2-40B4-BE49-F238E27FC236}">
                              <a16:creationId xmlns:a16="http://schemas.microsoft.com/office/drawing/2014/main" id="{0ABF5309-236A-FF95-5819-E0636415C74A}"/>
                            </a:ext>
                          </a:extLst>
                        </p:cNvPr>
                        <p:cNvPicPr/>
                        <p:nvPr/>
                      </p:nvPicPr>
                      <p:blipFill>
                        <a:blip r:embed="rId7"/>
                        <a:stretch>
                          <a:fillRect/>
                        </a:stretch>
                      </p:blipFill>
                      <p:spPr>
                        <a:xfrm>
                          <a:off x="5326063" y="3043238"/>
                          <a:ext cx="233362" cy="371475"/>
                        </a:xfrm>
                        <a:prstGeom prst="rect">
                          <a:avLst/>
                        </a:prstGeom>
                      </p:spPr>
                    </p:pic>
                  </p:oleObj>
                </mc:Fallback>
              </mc:AlternateContent>
            </a:graphicData>
          </a:graphic>
        </p:graphicFrame>
        <p:sp>
          <p:nvSpPr>
            <p:cNvPr id="13" name="弧形 12">
              <a:extLst>
                <a:ext uri="{FF2B5EF4-FFF2-40B4-BE49-F238E27FC236}">
                  <a16:creationId xmlns:a16="http://schemas.microsoft.com/office/drawing/2014/main" id="{5835B923-5087-B954-EA8C-ECBA15C68841}"/>
                </a:ext>
              </a:extLst>
            </p:cNvPr>
            <p:cNvSpPr/>
            <p:nvPr/>
          </p:nvSpPr>
          <p:spPr>
            <a:xfrm rot="14756809">
              <a:off x="5901932" y="3010068"/>
              <a:ext cx="328571" cy="73090"/>
            </a:xfrm>
            <a:prstGeom prst="arc">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cxnSp>
          <p:nvCxnSpPr>
            <p:cNvPr id="19" name="连接符: 曲线 18">
              <a:extLst>
                <a:ext uri="{FF2B5EF4-FFF2-40B4-BE49-F238E27FC236}">
                  <a16:creationId xmlns:a16="http://schemas.microsoft.com/office/drawing/2014/main" id="{801E766D-53E9-D266-F33B-9ED81B7F00F9}"/>
                </a:ext>
              </a:extLst>
            </p:cNvPr>
            <p:cNvCxnSpPr>
              <a:cxnSpLocks/>
            </p:cNvCxnSpPr>
            <p:nvPr/>
          </p:nvCxnSpPr>
          <p:spPr>
            <a:xfrm rot="10800000">
              <a:off x="6066220" y="2955490"/>
              <a:ext cx="804473" cy="12876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25" name="对象 24">
              <a:extLst>
                <a:ext uri="{FF2B5EF4-FFF2-40B4-BE49-F238E27FC236}">
                  <a16:creationId xmlns:a16="http://schemas.microsoft.com/office/drawing/2014/main" id="{A68840FA-0D1A-C468-1008-00613A8D1B58}"/>
                </a:ext>
              </a:extLst>
            </p:cNvPr>
            <p:cNvGraphicFramePr>
              <a:graphicFrameLocks noChangeAspect="1"/>
            </p:cNvGraphicFramePr>
            <p:nvPr>
              <p:extLst>
                <p:ext uri="{D42A27DB-BD31-4B8C-83A1-F6EECF244321}">
                  <p14:modId xmlns:p14="http://schemas.microsoft.com/office/powerpoint/2010/main" val="1238098734"/>
                </p:ext>
              </p:extLst>
            </p:nvPr>
          </p:nvGraphicFramePr>
          <p:xfrm>
            <a:off x="6831013" y="2898775"/>
            <a:ext cx="676275" cy="371475"/>
          </p:xfrm>
          <a:graphic>
            <a:graphicData uri="http://schemas.openxmlformats.org/presentationml/2006/ole">
              <mc:AlternateContent xmlns:mc="http://schemas.openxmlformats.org/markup-compatibility/2006">
                <mc:Choice xmlns:v="urn:schemas-microsoft-com:vml" Requires="v">
                  <p:oleObj name="Equation" r:id="rId8" imgW="368280" imgH="203040" progId="Equation.DSMT4">
                    <p:embed/>
                  </p:oleObj>
                </mc:Choice>
                <mc:Fallback>
                  <p:oleObj name="Equation" r:id="rId8" imgW="368280" imgH="203040" progId="Equation.DSMT4">
                    <p:embed/>
                    <p:pic>
                      <p:nvPicPr>
                        <p:cNvPr id="11" name="对象 10">
                          <a:extLst>
                            <a:ext uri="{FF2B5EF4-FFF2-40B4-BE49-F238E27FC236}">
                              <a16:creationId xmlns:a16="http://schemas.microsoft.com/office/drawing/2014/main" id="{1930A555-EF25-7A52-712E-9E1BAF29B2AF}"/>
                            </a:ext>
                          </a:extLst>
                        </p:cNvPr>
                        <p:cNvPicPr/>
                        <p:nvPr/>
                      </p:nvPicPr>
                      <p:blipFill>
                        <a:blip r:embed="rId9"/>
                        <a:stretch>
                          <a:fillRect/>
                        </a:stretch>
                      </p:blipFill>
                      <p:spPr>
                        <a:xfrm>
                          <a:off x="6831013" y="2898775"/>
                          <a:ext cx="676275" cy="371475"/>
                        </a:xfrm>
                        <a:prstGeom prst="rect">
                          <a:avLst/>
                        </a:prstGeom>
                      </p:spPr>
                    </p:pic>
                  </p:oleObj>
                </mc:Fallback>
              </mc:AlternateContent>
            </a:graphicData>
          </a:graphic>
        </p:graphicFrame>
        <p:sp>
          <p:nvSpPr>
            <p:cNvPr id="26" name="文本框 25">
              <a:extLst>
                <a:ext uri="{FF2B5EF4-FFF2-40B4-BE49-F238E27FC236}">
                  <a16:creationId xmlns:a16="http://schemas.microsoft.com/office/drawing/2014/main" id="{EAA55375-14BE-5A0F-50D7-B828FF23C674}"/>
                </a:ext>
              </a:extLst>
            </p:cNvPr>
            <p:cNvSpPr txBox="1"/>
            <p:nvPr/>
          </p:nvSpPr>
          <p:spPr>
            <a:xfrm rot="2339923">
              <a:off x="3311411" y="2432993"/>
              <a:ext cx="1022203" cy="369332"/>
            </a:xfrm>
            <a:prstGeom prst="rect">
              <a:avLst/>
            </a:prstGeom>
            <a:noFill/>
          </p:spPr>
          <p:txBody>
            <a:bodyPr wrap="square" rtlCol="0">
              <a:spAutoFit/>
            </a:bodyPr>
            <a:lstStyle/>
            <a:p>
              <a:r>
                <a:rPr lang="en-US" altLang="zh-CN" i="1" dirty="0" err="1">
                  <a:latin typeface="Times New Roman" panose="02020603050405020304" pitchFamily="18" charset="0"/>
                  <a:cs typeface="Times New Roman" panose="02020603050405020304" pitchFamily="18" charset="0"/>
                </a:rPr>
                <a:t>S</a:t>
              </a:r>
              <a:r>
                <a:rPr lang="en-US" altLang="zh-CN" i="1" baseline="-25000" dirty="0" err="1">
                  <a:latin typeface="Times New Roman" panose="02020603050405020304" pitchFamily="18" charset="0"/>
                  <a:cs typeface="Times New Roman" panose="02020603050405020304" pitchFamily="18" charset="0"/>
                </a:rPr>
                <a:t>o</a:t>
              </a:r>
              <a:r>
                <a:rPr lang="en-US" altLang="zh-CN" i="1" dirty="0" err="1">
                  <a:latin typeface="Times New Roman" panose="02020603050405020304" pitchFamily="18" charset="0"/>
                  <a:cs typeface="Times New Roman" panose="02020603050405020304" pitchFamily="18" charset="0"/>
                </a:rPr>
                <a:t>O</a:t>
              </a:r>
              <a:r>
                <a:rPr lang="en-US" altLang="zh-CN" i="1" dirty="0">
                  <a:latin typeface="Times New Roman" panose="02020603050405020304" pitchFamily="18" charset="0"/>
                  <a:cs typeface="Times New Roman" panose="02020603050405020304" pitchFamily="18" charset="0"/>
                </a:rPr>
                <a:t> = D</a:t>
              </a:r>
              <a:endParaRPr lang="zh-CN" altLang="en-US" i="1" dirty="0">
                <a:latin typeface="Times New Roman" panose="02020603050405020304" pitchFamily="18" charset="0"/>
                <a:cs typeface="Times New Roman" panose="02020603050405020304" pitchFamily="18" charset="0"/>
              </a:endParaRPr>
            </a:p>
          </p:txBody>
        </p:sp>
        <p:sp>
          <p:nvSpPr>
            <p:cNvPr id="27" name="文本框 26">
              <a:extLst>
                <a:ext uri="{FF2B5EF4-FFF2-40B4-BE49-F238E27FC236}">
                  <a16:creationId xmlns:a16="http://schemas.microsoft.com/office/drawing/2014/main" id="{ABF271EC-CEFA-A3D2-FEDA-0BACB06C5219}"/>
                </a:ext>
              </a:extLst>
            </p:cNvPr>
            <p:cNvSpPr txBox="1"/>
            <p:nvPr/>
          </p:nvSpPr>
          <p:spPr>
            <a:xfrm rot="957504">
              <a:off x="3891717" y="1863473"/>
              <a:ext cx="1022203" cy="369332"/>
            </a:xfrm>
            <a:prstGeom prst="rect">
              <a:avLst/>
            </a:prstGeom>
            <a:noFill/>
          </p:spPr>
          <p:txBody>
            <a:bodyPr wrap="square" rtlCol="0">
              <a:spAutoFit/>
            </a:bodyPr>
            <a:lstStyle/>
            <a:p>
              <a:r>
                <a:rPr lang="en-US" altLang="zh-CN" i="1" dirty="0" err="1">
                  <a:latin typeface="Times New Roman" panose="02020603050405020304" pitchFamily="18" charset="0"/>
                  <a:cs typeface="Times New Roman" panose="02020603050405020304" pitchFamily="18" charset="0"/>
                </a:rPr>
                <a:t>S</a:t>
              </a:r>
              <a:r>
                <a:rPr lang="en-US" altLang="zh-CN" i="1" baseline="-25000" dirty="0" err="1">
                  <a:latin typeface="Times New Roman" panose="02020603050405020304" pitchFamily="18" charset="0"/>
                  <a:cs typeface="Times New Roman" panose="02020603050405020304" pitchFamily="18" charset="0"/>
                </a:rPr>
                <a:t>o</a:t>
              </a:r>
              <a:r>
                <a:rPr lang="en-US" altLang="zh-CN" i="1" dirty="0" err="1">
                  <a:latin typeface="Times New Roman" panose="02020603050405020304" pitchFamily="18" charset="0"/>
                  <a:cs typeface="Times New Roman" panose="02020603050405020304" pitchFamily="18" charset="0"/>
                </a:rPr>
                <a:t>M</a:t>
              </a:r>
              <a:r>
                <a:rPr lang="en-US" altLang="zh-CN" i="1" dirty="0">
                  <a:latin typeface="Times New Roman" panose="02020603050405020304" pitchFamily="18" charset="0"/>
                  <a:cs typeface="Times New Roman" panose="02020603050405020304" pitchFamily="18" charset="0"/>
                </a:rPr>
                <a:t> = L</a:t>
              </a:r>
              <a:endParaRPr lang="zh-CN" altLang="en-US" i="1" dirty="0">
                <a:latin typeface="Times New Roman" panose="02020603050405020304" pitchFamily="18" charset="0"/>
                <a:cs typeface="Times New Roman" panose="02020603050405020304" pitchFamily="18" charset="0"/>
              </a:endParaRPr>
            </a:p>
          </p:txBody>
        </p:sp>
      </p:grpSp>
      <p:graphicFrame>
        <p:nvGraphicFramePr>
          <p:cNvPr id="14" name="对象 13">
            <a:extLst>
              <a:ext uri="{FF2B5EF4-FFF2-40B4-BE49-F238E27FC236}">
                <a16:creationId xmlns:a16="http://schemas.microsoft.com/office/drawing/2014/main" id="{27C53D0D-3214-2983-8217-36039C16132B}"/>
              </a:ext>
            </a:extLst>
          </p:cNvPr>
          <p:cNvGraphicFramePr>
            <a:graphicFrameLocks noChangeAspect="1"/>
          </p:cNvGraphicFramePr>
          <p:nvPr>
            <p:extLst>
              <p:ext uri="{D42A27DB-BD31-4B8C-83A1-F6EECF244321}">
                <p14:modId xmlns:p14="http://schemas.microsoft.com/office/powerpoint/2010/main" val="4057769776"/>
              </p:ext>
            </p:extLst>
          </p:nvPr>
        </p:nvGraphicFramePr>
        <p:xfrm>
          <a:off x="2151063" y="4625975"/>
          <a:ext cx="4502150" cy="1728788"/>
        </p:xfrm>
        <a:graphic>
          <a:graphicData uri="http://schemas.openxmlformats.org/presentationml/2006/ole">
            <mc:AlternateContent xmlns:mc="http://schemas.openxmlformats.org/markup-compatibility/2006">
              <mc:Choice xmlns:v="urn:schemas-microsoft-com:vml" Requires="v">
                <p:oleObj name="Equation" r:id="rId10" imgW="2908080" imgH="1117440" progId="Equation.DSMT4">
                  <p:embed/>
                </p:oleObj>
              </mc:Choice>
              <mc:Fallback>
                <p:oleObj name="Equation" r:id="rId10" imgW="2908080" imgH="1117440" progId="Equation.DSMT4">
                  <p:embed/>
                  <p:pic>
                    <p:nvPicPr>
                      <p:cNvPr id="42" name="对象 41">
                        <a:extLst>
                          <a:ext uri="{FF2B5EF4-FFF2-40B4-BE49-F238E27FC236}">
                            <a16:creationId xmlns:a16="http://schemas.microsoft.com/office/drawing/2014/main" id="{0ABF5309-236A-FF95-5819-E0636415C74A}"/>
                          </a:ext>
                        </a:extLst>
                      </p:cNvPr>
                      <p:cNvPicPr/>
                      <p:nvPr/>
                    </p:nvPicPr>
                    <p:blipFill>
                      <a:blip r:embed="rId11"/>
                      <a:stretch>
                        <a:fillRect/>
                      </a:stretch>
                    </p:blipFill>
                    <p:spPr>
                      <a:xfrm>
                        <a:off x="2151063" y="4625975"/>
                        <a:ext cx="4502150" cy="1728788"/>
                      </a:xfrm>
                      <a:prstGeom prst="rect">
                        <a:avLst/>
                      </a:prstGeom>
                    </p:spPr>
                  </p:pic>
                </p:oleObj>
              </mc:Fallback>
            </mc:AlternateContent>
          </a:graphicData>
        </a:graphic>
      </p:graphicFrame>
    </p:spTree>
    <p:extLst>
      <p:ext uri="{BB962C8B-B14F-4D97-AF65-F5344CB8AC3E}">
        <p14:creationId xmlns:p14="http://schemas.microsoft.com/office/powerpoint/2010/main" val="2419746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287420CF-5994-B5A9-A5C3-8712A9E6CC24}"/>
              </a:ext>
            </a:extLst>
          </p:cNvPr>
          <p:cNvGrpSpPr/>
          <p:nvPr/>
        </p:nvGrpSpPr>
        <p:grpSpPr>
          <a:xfrm>
            <a:off x="1367238" y="412230"/>
            <a:ext cx="6409524" cy="5895238"/>
            <a:chOff x="1425961" y="405880"/>
            <a:chExt cx="6409524" cy="5895238"/>
          </a:xfrm>
        </p:grpSpPr>
        <p:pic>
          <p:nvPicPr>
            <p:cNvPr id="6" name="图片 5">
              <a:extLst>
                <a:ext uri="{FF2B5EF4-FFF2-40B4-BE49-F238E27FC236}">
                  <a16:creationId xmlns:a16="http://schemas.microsoft.com/office/drawing/2014/main" id="{ECC247AA-E605-FB5D-812D-D5423014476F}"/>
                </a:ext>
              </a:extLst>
            </p:cNvPr>
            <p:cNvPicPr>
              <a:picLocks noChangeAspect="1"/>
            </p:cNvPicPr>
            <p:nvPr/>
          </p:nvPicPr>
          <p:blipFill>
            <a:blip r:embed="rId2"/>
            <a:stretch>
              <a:fillRect/>
            </a:stretch>
          </p:blipFill>
          <p:spPr>
            <a:xfrm>
              <a:off x="1425961" y="405880"/>
              <a:ext cx="6409524" cy="5895238"/>
            </a:xfrm>
            <a:prstGeom prst="rect">
              <a:avLst/>
            </a:prstGeom>
          </p:spPr>
        </p:pic>
        <p:pic>
          <p:nvPicPr>
            <p:cNvPr id="8" name="图片 7">
              <a:extLst>
                <a:ext uri="{FF2B5EF4-FFF2-40B4-BE49-F238E27FC236}">
                  <a16:creationId xmlns:a16="http://schemas.microsoft.com/office/drawing/2014/main" id="{C951AA28-02A1-5B45-D107-E8172427A7B5}"/>
                </a:ext>
              </a:extLst>
            </p:cNvPr>
            <p:cNvPicPr>
              <a:picLocks noChangeAspect="1"/>
            </p:cNvPicPr>
            <p:nvPr/>
          </p:nvPicPr>
          <p:blipFill>
            <a:blip r:embed="rId3"/>
            <a:srcRect r="65187"/>
            <a:stretch>
              <a:fillRect/>
            </a:stretch>
          </p:blipFill>
          <p:spPr>
            <a:xfrm rot="2703904">
              <a:off x="5373141" y="3432414"/>
              <a:ext cx="444279" cy="1047619"/>
            </a:xfrm>
            <a:prstGeom prst="rect">
              <a:avLst/>
            </a:prstGeom>
          </p:spPr>
        </p:pic>
        <p:pic>
          <p:nvPicPr>
            <p:cNvPr id="9" name="图片 8">
              <a:extLst>
                <a:ext uri="{FF2B5EF4-FFF2-40B4-BE49-F238E27FC236}">
                  <a16:creationId xmlns:a16="http://schemas.microsoft.com/office/drawing/2014/main" id="{D80E3BA9-0E52-C375-8FF1-3920AC38521B}"/>
                </a:ext>
              </a:extLst>
            </p:cNvPr>
            <p:cNvPicPr>
              <a:picLocks noChangeAspect="1"/>
            </p:cNvPicPr>
            <p:nvPr/>
          </p:nvPicPr>
          <p:blipFill>
            <a:blip r:embed="rId3"/>
            <a:srcRect r="65187"/>
            <a:stretch>
              <a:fillRect/>
            </a:stretch>
          </p:blipFill>
          <p:spPr>
            <a:xfrm rot="2703904">
              <a:off x="6681823" y="2157287"/>
              <a:ext cx="444279" cy="1047619"/>
            </a:xfrm>
            <a:prstGeom prst="rect">
              <a:avLst/>
            </a:prstGeom>
          </p:spPr>
        </p:pic>
        <p:sp>
          <p:nvSpPr>
            <p:cNvPr id="10" name="文本框 9">
              <a:extLst>
                <a:ext uri="{FF2B5EF4-FFF2-40B4-BE49-F238E27FC236}">
                  <a16:creationId xmlns:a16="http://schemas.microsoft.com/office/drawing/2014/main" id="{87DD8BD6-DA45-8126-FFA9-A96F67089E32}"/>
                </a:ext>
              </a:extLst>
            </p:cNvPr>
            <p:cNvSpPr txBox="1"/>
            <p:nvPr/>
          </p:nvSpPr>
          <p:spPr>
            <a:xfrm rot="18838043">
              <a:off x="5332052" y="3541416"/>
              <a:ext cx="707049"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d = </a:t>
              </a:r>
              <a:r>
                <a:rPr lang="en-US" altLang="zh-CN" dirty="0">
                  <a:latin typeface="Times New Roman" panose="02020603050405020304" pitchFamily="18" charset="0"/>
                  <a:cs typeface="Times New Roman" panose="02020603050405020304" pitchFamily="18" charset="0"/>
                </a:rPr>
                <a:t>0</a:t>
              </a:r>
              <a:endParaRPr lang="zh-CN" altLang="en-US"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1A3F1BA5-E6BE-CBCF-5EBA-91C54F2FAD60}"/>
                </a:ext>
              </a:extLst>
            </p:cNvPr>
            <p:cNvSpPr txBox="1"/>
            <p:nvPr/>
          </p:nvSpPr>
          <p:spPr>
            <a:xfrm>
              <a:off x="6376254" y="2681096"/>
              <a:ext cx="313742"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d</a:t>
              </a:r>
              <a:endParaRPr lang="zh-CN" altLang="en-US" dirty="0">
                <a:latin typeface="Times New Roman" panose="02020603050405020304" pitchFamily="18" charset="0"/>
                <a:cs typeface="Times New Roman" panose="02020603050405020304" pitchFamily="18" charset="0"/>
              </a:endParaRPr>
            </a:p>
          </p:txBody>
        </p:sp>
      </p:grpSp>
      <p:sp>
        <p:nvSpPr>
          <p:cNvPr id="14" name="弧形 13">
            <a:extLst>
              <a:ext uri="{FF2B5EF4-FFF2-40B4-BE49-F238E27FC236}">
                <a16:creationId xmlns:a16="http://schemas.microsoft.com/office/drawing/2014/main" id="{E3D15933-FA96-115F-EB35-6DC510BB2D3F}"/>
              </a:ext>
            </a:extLst>
          </p:cNvPr>
          <p:cNvSpPr/>
          <p:nvPr/>
        </p:nvSpPr>
        <p:spPr>
          <a:xfrm>
            <a:off x="4100512" y="1997870"/>
            <a:ext cx="278607" cy="226218"/>
          </a:xfrm>
          <a:prstGeom prst="arc">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graphicFrame>
        <p:nvGraphicFramePr>
          <p:cNvPr id="15" name="对象 14">
            <a:extLst>
              <a:ext uri="{FF2B5EF4-FFF2-40B4-BE49-F238E27FC236}">
                <a16:creationId xmlns:a16="http://schemas.microsoft.com/office/drawing/2014/main" id="{93BEB20F-64FE-DE53-B1E1-C85E8C6F437B}"/>
              </a:ext>
            </a:extLst>
          </p:cNvPr>
          <p:cNvGraphicFramePr>
            <a:graphicFrameLocks noChangeAspect="1"/>
          </p:cNvGraphicFramePr>
          <p:nvPr>
            <p:extLst>
              <p:ext uri="{D42A27DB-BD31-4B8C-83A1-F6EECF244321}">
                <p14:modId xmlns:p14="http://schemas.microsoft.com/office/powerpoint/2010/main" val="1070251735"/>
              </p:ext>
            </p:extLst>
          </p:nvPr>
        </p:nvGraphicFramePr>
        <p:xfrm>
          <a:off x="4281487" y="1827141"/>
          <a:ext cx="195263" cy="254000"/>
        </p:xfrm>
        <a:graphic>
          <a:graphicData uri="http://schemas.openxmlformats.org/presentationml/2006/ole">
            <mc:AlternateContent xmlns:mc="http://schemas.openxmlformats.org/markup-compatibility/2006">
              <mc:Choice xmlns:v="urn:schemas-microsoft-com:vml" Requires="v">
                <p:oleObj name="Equation" r:id="rId4" imgW="126720" imgH="164880" progId="Equation.DSMT4">
                  <p:embed/>
                </p:oleObj>
              </mc:Choice>
              <mc:Fallback>
                <p:oleObj name="Equation" r:id="rId4" imgW="126720" imgH="164880" progId="Equation.DSMT4">
                  <p:embed/>
                  <p:pic>
                    <p:nvPicPr>
                      <p:cNvPr id="42" name="对象 41">
                        <a:extLst>
                          <a:ext uri="{FF2B5EF4-FFF2-40B4-BE49-F238E27FC236}">
                            <a16:creationId xmlns:a16="http://schemas.microsoft.com/office/drawing/2014/main" id="{0ABF5309-236A-FF95-5819-E0636415C74A}"/>
                          </a:ext>
                        </a:extLst>
                      </p:cNvPr>
                      <p:cNvPicPr/>
                      <p:nvPr/>
                    </p:nvPicPr>
                    <p:blipFill>
                      <a:blip r:embed="rId5"/>
                      <a:stretch>
                        <a:fillRect/>
                      </a:stretch>
                    </p:blipFill>
                    <p:spPr>
                      <a:xfrm>
                        <a:off x="4281487" y="1827141"/>
                        <a:ext cx="195263" cy="254000"/>
                      </a:xfrm>
                      <a:prstGeom prst="rect">
                        <a:avLst/>
                      </a:prstGeom>
                    </p:spPr>
                  </p:pic>
                </p:oleObj>
              </mc:Fallback>
            </mc:AlternateContent>
          </a:graphicData>
        </a:graphic>
      </p:graphicFrame>
    </p:spTree>
    <p:extLst>
      <p:ext uri="{BB962C8B-B14F-4D97-AF65-F5344CB8AC3E}">
        <p14:creationId xmlns:p14="http://schemas.microsoft.com/office/powerpoint/2010/main" val="2851647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a:extLst>
              <a:ext uri="{FF2B5EF4-FFF2-40B4-BE49-F238E27FC236}">
                <a16:creationId xmlns:a16="http://schemas.microsoft.com/office/drawing/2014/main" id="{1127E71D-1039-4F09-A1EA-37624187A19F}"/>
              </a:ext>
            </a:extLst>
          </p:cNvPr>
          <p:cNvGrpSpPr/>
          <p:nvPr/>
        </p:nvGrpSpPr>
        <p:grpSpPr>
          <a:xfrm>
            <a:off x="549840" y="94264"/>
            <a:ext cx="8493871" cy="6206417"/>
            <a:chOff x="549840" y="94264"/>
            <a:chExt cx="8493871" cy="6206417"/>
          </a:xfrm>
        </p:grpSpPr>
        <p:grpSp>
          <p:nvGrpSpPr>
            <p:cNvPr id="85" name="组合 84">
              <a:extLst>
                <a:ext uri="{FF2B5EF4-FFF2-40B4-BE49-F238E27FC236}">
                  <a16:creationId xmlns:a16="http://schemas.microsoft.com/office/drawing/2014/main" id="{90C247ED-2FEA-9FF8-8155-E41FF08FA21D}"/>
                </a:ext>
              </a:extLst>
            </p:cNvPr>
            <p:cNvGrpSpPr/>
            <p:nvPr/>
          </p:nvGrpSpPr>
          <p:grpSpPr>
            <a:xfrm>
              <a:off x="549840" y="94264"/>
              <a:ext cx="8493871" cy="6206417"/>
              <a:chOff x="549840" y="94264"/>
              <a:chExt cx="8493871" cy="6206417"/>
            </a:xfrm>
          </p:grpSpPr>
          <p:grpSp>
            <p:nvGrpSpPr>
              <p:cNvPr id="59" name="组合 58">
                <a:extLst>
                  <a:ext uri="{FF2B5EF4-FFF2-40B4-BE49-F238E27FC236}">
                    <a16:creationId xmlns:a16="http://schemas.microsoft.com/office/drawing/2014/main" id="{3D13FD4A-4056-49AC-2D80-E1AC2AB5D099}"/>
                  </a:ext>
                </a:extLst>
              </p:cNvPr>
              <p:cNvGrpSpPr/>
              <p:nvPr/>
            </p:nvGrpSpPr>
            <p:grpSpPr>
              <a:xfrm>
                <a:off x="549840" y="94264"/>
                <a:ext cx="8493871" cy="6206417"/>
                <a:chOff x="549840" y="94264"/>
                <a:chExt cx="8493871" cy="6206417"/>
              </a:xfrm>
            </p:grpSpPr>
            <p:grpSp>
              <p:nvGrpSpPr>
                <p:cNvPr id="75" name="组合 74">
                  <a:extLst>
                    <a:ext uri="{FF2B5EF4-FFF2-40B4-BE49-F238E27FC236}">
                      <a16:creationId xmlns:a16="http://schemas.microsoft.com/office/drawing/2014/main" id="{C2A7204C-AF60-59FD-DC45-7EED660787B8}"/>
                    </a:ext>
                  </a:extLst>
                </p:cNvPr>
                <p:cNvGrpSpPr/>
                <p:nvPr/>
              </p:nvGrpSpPr>
              <p:grpSpPr>
                <a:xfrm>
                  <a:off x="2246560" y="94264"/>
                  <a:ext cx="4340816" cy="2565954"/>
                  <a:chOff x="2688520" y="1831624"/>
                  <a:chExt cx="4340816" cy="2565954"/>
                </a:xfrm>
              </p:grpSpPr>
              <p:cxnSp>
                <p:nvCxnSpPr>
                  <p:cNvPr id="13" name="直接连接符 12">
                    <a:extLst>
                      <a:ext uri="{FF2B5EF4-FFF2-40B4-BE49-F238E27FC236}">
                        <a16:creationId xmlns:a16="http://schemas.microsoft.com/office/drawing/2014/main" id="{154658C8-016A-471F-FF85-47B2AFC72679}"/>
                      </a:ext>
                    </a:extLst>
                  </p:cNvPr>
                  <p:cNvCxnSpPr>
                    <a:cxnSpLocks/>
                  </p:cNvCxnSpPr>
                  <p:nvPr/>
                </p:nvCxnSpPr>
                <p:spPr>
                  <a:xfrm flipH="1">
                    <a:off x="3012281" y="3130550"/>
                    <a:ext cx="3601244" cy="526039"/>
                  </a:xfrm>
                  <a:prstGeom prst="line">
                    <a:avLst/>
                  </a:prstGeom>
                  <a:ln>
                    <a:solidFill>
                      <a:srgbClr val="00B050"/>
                    </a:solidFill>
                    <a:headEnd type="triangl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6" name="直接连接符 15">
                    <a:extLst>
                      <a:ext uri="{FF2B5EF4-FFF2-40B4-BE49-F238E27FC236}">
                        <a16:creationId xmlns:a16="http://schemas.microsoft.com/office/drawing/2014/main" id="{3CC454E2-0456-2606-D9FA-19088A0E8CCB}"/>
                      </a:ext>
                    </a:extLst>
                  </p:cNvPr>
                  <p:cNvCxnSpPr>
                    <a:cxnSpLocks/>
                  </p:cNvCxnSpPr>
                  <p:nvPr/>
                </p:nvCxnSpPr>
                <p:spPr>
                  <a:xfrm>
                    <a:off x="4541404" y="2828925"/>
                    <a:ext cx="2167371" cy="930275"/>
                  </a:xfrm>
                  <a:prstGeom prst="line">
                    <a:avLst/>
                  </a:prstGeom>
                  <a:ln>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21" name="直接连接符 20">
                    <a:extLst>
                      <a:ext uri="{FF2B5EF4-FFF2-40B4-BE49-F238E27FC236}">
                        <a16:creationId xmlns:a16="http://schemas.microsoft.com/office/drawing/2014/main" id="{43AE5145-8C79-C0C6-7B4F-3ECE5A07E376}"/>
                      </a:ext>
                    </a:extLst>
                  </p:cNvPr>
                  <p:cNvCxnSpPr>
                    <a:cxnSpLocks/>
                  </p:cNvCxnSpPr>
                  <p:nvPr/>
                </p:nvCxnSpPr>
                <p:spPr>
                  <a:xfrm>
                    <a:off x="5611799" y="2042220"/>
                    <a:ext cx="0" cy="2355358"/>
                  </a:xfrm>
                  <a:prstGeom prst="line">
                    <a:avLst/>
                  </a:prstGeom>
                  <a:ln>
                    <a:headEnd type="triangle" w="med" len="med"/>
                    <a:tailEnd type="none" w="med" len="med"/>
                  </a:ln>
                </p:spPr>
                <p:style>
                  <a:lnRef idx="3">
                    <a:schemeClr val="accent1"/>
                  </a:lnRef>
                  <a:fillRef idx="0">
                    <a:schemeClr val="accent1"/>
                  </a:fillRef>
                  <a:effectRef idx="2">
                    <a:schemeClr val="accent1"/>
                  </a:effectRef>
                  <a:fontRef idx="minor">
                    <a:schemeClr val="tx1"/>
                  </a:fontRef>
                </p:style>
              </p:cxnSp>
              <p:sp>
                <p:nvSpPr>
                  <p:cNvPr id="25" name="平行四边形 24">
                    <a:extLst>
                      <a:ext uri="{FF2B5EF4-FFF2-40B4-BE49-F238E27FC236}">
                        <a16:creationId xmlns:a16="http://schemas.microsoft.com/office/drawing/2014/main" id="{4C605AD8-5087-C0F8-3D7F-3E3A000EC681}"/>
                      </a:ext>
                    </a:extLst>
                  </p:cNvPr>
                  <p:cNvSpPr/>
                  <p:nvPr/>
                </p:nvSpPr>
                <p:spPr>
                  <a:xfrm rot="1406411" flipH="1">
                    <a:off x="4281606" y="2506938"/>
                    <a:ext cx="2677612" cy="1644325"/>
                  </a:xfrm>
                  <a:prstGeom prst="parallelogram">
                    <a:avLst>
                      <a:gd name="adj" fmla="val 4638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A34B9D84-3876-64BA-0872-56D2213F264E}"/>
                      </a:ext>
                    </a:extLst>
                  </p:cNvPr>
                  <p:cNvCxnSpPr>
                    <a:cxnSpLocks/>
                  </p:cNvCxnSpPr>
                  <p:nvPr/>
                </p:nvCxnSpPr>
                <p:spPr>
                  <a:xfrm>
                    <a:off x="5611799" y="3294062"/>
                    <a:ext cx="367520" cy="449510"/>
                  </a:xfrm>
                  <a:prstGeom prst="line">
                    <a:avLst/>
                  </a:prstGeom>
                  <a:ln w="12700">
                    <a:solidFill>
                      <a:schemeClr val="tx1"/>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37" name="直接连接符 36">
                    <a:extLst>
                      <a:ext uri="{FF2B5EF4-FFF2-40B4-BE49-F238E27FC236}">
                        <a16:creationId xmlns:a16="http://schemas.microsoft.com/office/drawing/2014/main" id="{910D58CA-B332-66E4-B747-7B8A6803F625}"/>
                      </a:ext>
                    </a:extLst>
                  </p:cNvPr>
                  <p:cNvCxnSpPr>
                    <a:cxnSpLocks/>
                  </p:cNvCxnSpPr>
                  <p:nvPr/>
                </p:nvCxnSpPr>
                <p:spPr>
                  <a:xfrm>
                    <a:off x="5611798" y="3294062"/>
                    <a:ext cx="678737" cy="42069"/>
                  </a:xfrm>
                  <a:prstGeom prst="line">
                    <a:avLst/>
                  </a:prstGeom>
                  <a:ln w="12700">
                    <a:solidFill>
                      <a:schemeClr val="tx1"/>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40" name="直接连接符 39">
                    <a:extLst>
                      <a:ext uri="{FF2B5EF4-FFF2-40B4-BE49-F238E27FC236}">
                        <a16:creationId xmlns:a16="http://schemas.microsoft.com/office/drawing/2014/main" id="{2169BB59-0427-B2B5-7643-EFBB10D41F57}"/>
                      </a:ext>
                    </a:extLst>
                  </p:cNvPr>
                  <p:cNvCxnSpPr>
                    <a:cxnSpLocks/>
                  </p:cNvCxnSpPr>
                  <p:nvPr/>
                </p:nvCxnSpPr>
                <p:spPr>
                  <a:xfrm flipH="1">
                    <a:off x="5611798" y="2521414"/>
                    <a:ext cx="547422" cy="772648"/>
                  </a:xfrm>
                  <a:prstGeom prst="line">
                    <a:avLst/>
                  </a:prstGeom>
                  <a:ln w="9525">
                    <a:solidFill>
                      <a:srgbClr val="FF0000"/>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43" name="直接连接符 42">
                    <a:extLst>
                      <a:ext uri="{FF2B5EF4-FFF2-40B4-BE49-F238E27FC236}">
                        <a16:creationId xmlns:a16="http://schemas.microsoft.com/office/drawing/2014/main" id="{734BD551-EC51-3A89-1B44-D37F1F2FA1AF}"/>
                      </a:ext>
                    </a:extLst>
                  </p:cNvPr>
                  <p:cNvCxnSpPr>
                    <a:cxnSpLocks/>
                  </p:cNvCxnSpPr>
                  <p:nvPr/>
                </p:nvCxnSpPr>
                <p:spPr>
                  <a:xfrm flipH="1">
                    <a:off x="2992703" y="2521414"/>
                    <a:ext cx="3166517" cy="1135175"/>
                  </a:xfrm>
                  <a:prstGeom prst="line">
                    <a:avLst/>
                  </a:prstGeom>
                  <a:ln w="19050">
                    <a:solidFill>
                      <a:schemeClr val="accent6"/>
                    </a:solidFill>
                    <a:headEnd type="oval" w="med" len="med"/>
                    <a:tailEnd type="oval" w="med" len="med"/>
                  </a:ln>
                </p:spPr>
                <p:style>
                  <a:lnRef idx="3">
                    <a:schemeClr val="accent1"/>
                  </a:lnRef>
                  <a:fillRef idx="0">
                    <a:schemeClr val="accent1"/>
                  </a:fillRef>
                  <a:effectRef idx="2">
                    <a:schemeClr val="accent1"/>
                  </a:effectRef>
                  <a:fontRef idx="minor">
                    <a:schemeClr val="tx1"/>
                  </a:fontRef>
                </p:style>
              </p:cxnSp>
              <p:cxnSp>
                <p:nvCxnSpPr>
                  <p:cNvPr id="45" name="直接连接符 44">
                    <a:extLst>
                      <a:ext uri="{FF2B5EF4-FFF2-40B4-BE49-F238E27FC236}">
                        <a16:creationId xmlns:a16="http://schemas.microsoft.com/office/drawing/2014/main" id="{D546A314-63F8-B701-13AC-C007AC839D44}"/>
                      </a:ext>
                    </a:extLst>
                  </p:cNvPr>
                  <p:cNvCxnSpPr>
                    <a:cxnSpLocks/>
                  </p:cNvCxnSpPr>
                  <p:nvPr/>
                </p:nvCxnSpPr>
                <p:spPr>
                  <a:xfrm>
                    <a:off x="6177742" y="2546350"/>
                    <a:ext cx="0" cy="867206"/>
                  </a:xfrm>
                  <a:prstGeom prst="line">
                    <a:avLst/>
                  </a:prstGeom>
                  <a:ln w="9525">
                    <a:solidFill>
                      <a:srgbClr val="FF0000"/>
                    </a:solidFill>
                    <a:prstDash val="sysDash"/>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50" name="直接连接符 49">
                    <a:extLst>
                      <a:ext uri="{FF2B5EF4-FFF2-40B4-BE49-F238E27FC236}">
                        <a16:creationId xmlns:a16="http://schemas.microsoft.com/office/drawing/2014/main" id="{81CE46B9-F75C-C547-F278-5EC71B6122F5}"/>
                      </a:ext>
                    </a:extLst>
                  </p:cNvPr>
                  <p:cNvCxnSpPr>
                    <a:cxnSpLocks/>
                  </p:cNvCxnSpPr>
                  <p:nvPr/>
                </p:nvCxnSpPr>
                <p:spPr>
                  <a:xfrm flipH="1" flipV="1">
                    <a:off x="5607963" y="3294062"/>
                    <a:ext cx="569779" cy="119494"/>
                  </a:xfrm>
                  <a:prstGeom prst="line">
                    <a:avLst/>
                  </a:prstGeom>
                  <a:ln w="9525">
                    <a:solidFill>
                      <a:srgbClr val="FF0000"/>
                    </a:solidFill>
                    <a:headEnd type="arrow" w="med" len="med"/>
                    <a:tailEnd type="none" w="med" len="med"/>
                  </a:ln>
                </p:spPr>
                <p:style>
                  <a:lnRef idx="3">
                    <a:schemeClr val="accent1"/>
                  </a:lnRef>
                  <a:fillRef idx="0">
                    <a:schemeClr val="accent1"/>
                  </a:fillRef>
                  <a:effectRef idx="2">
                    <a:schemeClr val="accent1"/>
                  </a:effectRef>
                  <a:fontRef idx="minor">
                    <a:schemeClr val="tx1"/>
                  </a:fontRef>
                </p:style>
              </p:cxnSp>
              <p:sp>
                <p:nvSpPr>
                  <p:cNvPr id="62" name="文本框 61">
                    <a:extLst>
                      <a:ext uri="{FF2B5EF4-FFF2-40B4-BE49-F238E27FC236}">
                        <a16:creationId xmlns:a16="http://schemas.microsoft.com/office/drawing/2014/main" id="{2C1EAA7A-3405-3B73-9776-01212B9E24F7}"/>
                      </a:ext>
                    </a:extLst>
                  </p:cNvPr>
                  <p:cNvSpPr txBox="1"/>
                  <p:nvPr/>
                </p:nvSpPr>
                <p:spPr>
                  <a:xfrm>
                    <a:off x="2688520" y="3470965"/>
                    <a:ext cx="457022"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S</a:t>
                    </a:r>
                    <a:r>
                      <a:rPr lang="en-US" altLang="zh-CN" i="1" baseline="-25000" dirty="0">
                        <a:latin typeface="Times New Roman" panose="02020603050405020304" pitchFamily="18" charset="0"/>
                        <a:cs typeface="Times New Roman" panose="02020603050405020304" pitchFamily="18" charset="0"/>
                      </a:rPr>
                      <a:t>o</a:t>
                    </a:r>
                    <a:endParaRPr lang="zh-CN" altLang="en-US" i="1" baseline="-25000" dirty="0">
                      <a:latin typeface="Times New Roman" panose="02020603050405020304" pitchFamily="18" charset="0"/>
                      <a:cs typeface="Times New Roman" panose="02020603050405020304" pitchFamily="18" charset="0"/>
                    </a:endParaRPr>
                  </a:p>
                </p:txBody>
              </p:sp>
              <p:sp>
                <p:nvSpPr>
                  <p:cNvPr id="63" name="文本框 62">
                    <a:extLst>
                      <a:ext uri="{FF2B5EF4-FFF2-40B4-BE49-F238E27FC236}">
                        <a16:creationId xmlns:a16="http://schemas.microsoft.com/office/drawing/2014/main" id="{B71BB035-4C04-2339-1618-AA67A9150259}"/>
                      </a:ext>
                    </a:extLst>
                  </p:cNvPr>
                  <p:cNvSpPr txBox="1"/>
                  <p:nvPr/>
                </p:nvSpPr>
                <p:spPr>
                  <a:xfrm>
                    <a:off x="5351627" y="3229039"/>
                    <a:ext cx="334228" cy="307777"/>
                  </a:xfrm>
                  <a:prstGeom prst="rect">
                    <a:avLst/>
                  </a:prstGeom>
                  <a:noFill/>
                  <a:ln>
                    <a:noFill/>
                  </a:ln>
                </p:spPr>
                <p:txBody>
                  <a:bodyPr wrap="square" rtlCol="0">
                    <a:spAutoFit/>
                  </a:bodyPr>
                  <a:lstStyle/>
                  <a:p>
                    <a:r>
                      <a:rPr lang="en-US" altLang="zh-CN" sz="1400" i="1" dirty="0">
                        <a:solidFill>
                          <a:srgbClr val="5B9BD5"/>
                        </a:solidFill>
                        <a:latin typeface="Times New Roman" panose="02020603050405020304" pitchFamily="18" charset="0"/>
                        <a:cs typeface="Times New Roman" panose="02020603050405020304" pitchFamily="18" charset="0"/>
                      </a:rPr>
                      <a:t>O</a:t>
                    </a:r>
                    <a:endParaRPr lang="zh-CN" altLang="en-US" sz="1400" i="1" baseline="-25000" dirty="0">
                      <a:solidFill>
                        <a:srgbClr val="5B9BD5"/>
                      </a:solidFill>
                      <a:latin typeface="Times New Roman" panose="02020603050405020304" pitchFamily="18" charset="0"/>
                      <a:cs typeface="Times New Roman" panose="02020603050405020304" pitchFamily="18" charset="0"/>
                    </a:endParaRPr>
                  </a:p>
                </p:txBody>
              </p:sp>
              <p:sp>
                <p:nvSpPr>
                  <p:cNvPr id="64" name="文本框 63">
                    <a:extLst>
                      <a:ext uri="{FF2B5EF4-FFF2-40B4-BE49-F238E27FC236}">
                        <a16:creationId xmlns:a16="http://schemas.microsoft.com/office/drawing/2014/main" id="{BFF4C9C2-3FD4-06D1-AF50-81C8D4812F46}"/>
                      </a:ext>
                    </a:extLst>
                  </p:cNvPr>
                  <p:cNvSpPr txBox="1"/>
                  <p:nvPr/>
                </p:nvSpPr>
                <p:spPr>
                  <a:xfrm>
                    <a:off x="6137256" y="2294679"/>
                    <a:ext cx="892080" cy="369332"/>
                  </a:xfrm>
                  <a:prstGeom prst="rect">
                    <a:avLst/>
                  </a:prstGeom>
                  <a:noFill/>
                </p:spPr>
                <p:txBody>
                  <a:bodyPr wrap="square" rtlCol="0">
                    <a:spAutoFit/>
                  </a:bodyPr>
                  <a:lstStyle/>
                  <a:p>
                    <a:r>
                      <a:rPr lang="en-US" altLang="zh-CN" i="1" dirty="0">
                        <a:solidFill>
                          <a:schemeClr val="accent6"/>
                        </a:solidFill>
                        <a:latin typeface="Times New Roman" panose="02020603050405020304" pitchFamily="18" charset="0"/>
                        <a:cs typeface="Times New Roman" panose="02020603050405020304" pitchFamily="18" charset="0"/>
                      </a:rPr>
                      <a:t>A</a:t>
                    </a:r>
                    <a:r>
                      <a:rPr lang="en-US" altLang="zh-CN" dirty="0">
                        <a:solidFill>
                          <a:schemeClr val="accent6"/>
                        </a:solidFill>
                        <a:latin typeface="Times New Roman" panose="02020603050405020304" pitchFamily="18" charset="0"/>
                        <a:cs typeface="Times New Roman" panose="02020603050405020304" pitchFamily="18" charset="0"/>
                      </a:rPr>
                      <a:t>(</a:t>
                    </a:r>
                    <a:r>
                      <a:rPr lang="en-US" altLang="zh-CN" i="1" dirty="0" err="1">
                        <a:solidFill>
                          <a:schemeClr val="accent6"/>
                        </a:solidFill>
                        <a:latin typeface="Times New Roman" panose="02020603050405020304" pitchFamily="18" charset="0"/>
                        <a:cs typeface="Times New Roman" panose="02020603050405020304" pitchFamily="18" charset="0"/>
                      </a:rPr>
                      <a:t>x,y,z</a:t>
                    </a:r>
                    <a:r>
                      <a:rPr lang="en-US" altLang="zh-CN" dirty="0">
                        <a:solidFill>
                          <a:schemeClr val="accent6"/>
                        </a:solidFill>
                        <a:latin typeface="Times New Roman" panose="02020603050405020304" pitchFamily="18" charset="0"/>
                        <a:cs typeface="Times New Roman" panose="02020603050405020304" pitchFamily="18" charset="0"/>
                      </a:rPr>
                      <a:t>)</a:t>
                    </a:r>
                    <a:endParaRPr lang="zh-CN" altLang="en-US" baseline="-25000" dirty="0">
                      <a:solidFill>
                        <a:schemeClr val="accent6"/>
                      </a:solidFill>
                      <a:latin typeface="Times New Roman" panose="02020603050405020304" pitchFamily="18" charset="0"/>
                      <a:cs typeface="Times New Roman" panose="02020603050405020304" pitchFamily="18" charset="0"/>
                    </a:endParaRPr>
                  </a:p>
                </p:txBody>
              </p:sp>
              <p:sp>
                <p:nvSpPr>
                  <p:cNvPr id="65" name="文本框 64">
                    <a:extLst>
                      <a:ext uri="{FF2B5EF4-FFF2-40B4-BE49-F238E27FC236}">
                        <a16:creationId xmlns:a16="http://schemas.microsoft.com/office/drawing/2014/main" id="{BDF40426-6266-3F54-354D-08CF34D5006C}"/>
                      </a:ext>
                    </a:extLst>
                  </p:cNvPr>
                  <p:cNvSpPr txBox="1"/>
                  <p:nvPr/>
                </p:nvSpPr>
                <p:spPr>
                  <a:xfrm>
                    <a:off x="5708690" y="3539804"/>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x</a:t>
                    </a:r>
                    <a:endParaRPr lang="zh-CN" altLang="en-US" baseline="-25000" dirty="0">
                      <a:latin typeface="Times New Roman" panose="02020603050405020304" pitchFamily="18" charset="0"/>
                      <a:cs typeface="Times New Roman" panose="02020603050405020304" pitchFamily="18" charset="0"/>
                    </a:endParaRPr>
                  </a:p>
                </p:txBody>
              </p:sp>
              <p:sp>
                <p:nvSpPr>
                  <p:cNvPr id="66" name="文本框 65">
                    <a:extLst>
                      <a:ext uri="{FF2B5EF4-FFF2-40B4-BE49-F238E27FC236}">
                        <a16:creationId xmlns:a16="http://schemas.microsoft.com/office/drawing/2014/main" id="{30244A0A-46B2-FA3A-15FF-A78909234229}"/>
                      </a:ext>
                    </a:extLst>
                  </p:cNvPr>
                  <p:cNvSpPr txBox="1"/>
                  <p:nvPr/>
                </p:nvSpPr>
                <p:spPr>
                  <a:xfrm>
                    <a:off x="6235968" y="3101007"/>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y</a:t>
                    </a:r>
                    <a:endParaRPr lang="zh-CN" altLang="en-US" baseline="-25000" dirty="0">
                      <a:latin typeface="Times New Roman" panose="02020603050405020304" pitchFamily="18" charset="0"/>
                      <a:cs typeface="Times New Roman" panose="02020603050405020304" pitchFamily="18" charset="0"/>
                    </a:endParaRPr>
                  </a:p>
                </p:txBody>
              </p:sp>
              <p:sp>
                <p:nvSpPr>
                  <p:cNvPr id="67" name="弧形 66">
                    <a:extLst>
                      <a:ext uri="{FF2B5EF4-FFF2-40B4-BE49-F238E27FC236}">
                        <a16:creationId xmlns:a16="http://schemas.microsoft.com/office/drawing/2014/main" id="{46719875-74FF-2918-994D-A1C7D6389ADC}"/>
                      </a:ext>
                    </a:extLst>
                  </p:cNvPr>
                  <p:cNvSpPr/>
                  <p:nvPr/>
                </p:nvSpPr>
                <p:spPr>
                  <a:xfrm rot="9284281">
                    <a:off x="5656003" y="3317264"/>
                    <a:ext cx="328571" cy="73090"/>
                  </a:xfrm>
                  <a:prstGeom prst="arc">
                    <a:avLst>
                      <a:gd name="adj1" fmla="val 16200000"/>
                      <a:gd name="adj2" fmla="val 20926179"/>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aphicFrame>
                <p:nvGraphicFramePr>
                  <p:cNvPr id="68" name="对象 67">
                    <a:extLst>
                      <a:ext uri="{FF2B5EF4-FFF2-40B4-BE49-F238E27FC236}">
                        <a16:creationId xmlns:a16="http://schemas.microsoft.com/office/drawing/2014/main" id="{F1AEA20A-B23D-3773-22C8-01C90D07754F}"/>
                      </a:ext>
                    </a:extLst>
                  </p:cNvPr>
                  <p:cNvGraphicFramePr>
                    <a:graphicFrameLocks noChangeAspect="1"/>
                  </p:cNvGraphicFramePr>
                  <p:nvPr>
                    <p:extLst>
                      <p:ext uri="{D42A27DB-BD31-4B8C-83A1-F6EECF244321}">
                        <p14:modId xmlns:p14="http://schemas.microsoft.com/office/powerpoint/2010/main" val="578695422"/>
                      </p:ext>
                    </p:extLst>
                  </p:nvPr>
                </p:nvGraphicFramePr>
                <p:xfrm>
                  <a:off x="5809760" y="3391961"/>
                  <a:ext cx="174225" cy="232300"/>
                </p:xfrm>
                <a:graphic>
                  <a:graphicData uri="http://schemas.openxmlformats.org/presentationml/2006/ole">
                    <mc:AlternateContent xmlns:mc="http://schemas.openxmlformats.org/markup-compatibility/2006">
                      <mc:Choice xmlns:v="urn:schemas-microsoft-com:vml" Requires="v">
                        <p:oleObj name="Equation" r:id="rId2" imgW="152280" imgH="203040" progId="Equation.DSMT4">
                          <p:embed/>
                        </p:oleObj>
                      </mc:Choice>
                      <mc:Fallback>
                        <p:oleObj name="Equation" r:id="rId2" imgW="152280" imgH="203040" progId="Equation.DSMT4">
                          <p:embed/>
                          <p:pic>
                            <p:nvPicPr>
                              <p:cNvPr id="4" name="对象 3">
                                <a:extLst>
                                  <a:ext uri="{FF2B5EF4-FFF2-40B4-BE49-F238E27FC236}">
                                    <a16:creationId xmlns:a16="http://schemas.microsoft.com/office/drawing/2014/main" id="{0C448C74-478E-2E29-1666-4D39AE70790D}"/>
                                  </a:ext>
                                </a:extLst>
                              </p:cNvPr>
                              <p:cNvPicPr/>
                              <p:nvPr/>
                            </p:nvPicPr>
                            <p:blipFill>
                              <a:blip r:embed="rId3"/>
                              <a:stretch>
                                <a:fillRect/>
                              </a:stretch>
                            </p:blipFill>
                            <p:spPr>
                              <a:xfrm>
                                <a:off x="5809760" y="3391961"/>
                                <a:ext cx="174225" cy="232300"/>
                              </a:xfrm>
                              <a:prstGeom prst="rect">
                                <a:avLst/>
                              </a:prstGeom>
                            </p:spPr>
                          </p:pic>
                        </p:oleObj>
                      </mc:Fallback>
                    </mc:AlternateContent>
                  </a:graphicData>
                </a:graphic>
              </p:graphicFrame>
              <p:graphicFrame>
                <p:nvGraphicFramePr>
                  <p:cNvPr id="69" name="对象 68">
                    <a:extLst>
                      <a:ext uri="{FF2B5EF4-FFF2-40B4-BE49-F238E27FC236}">
                        <a16:creationId xmlns:a16="http://schemas.microsoft.com/office/drawing/2014/main" id="{34ED0CFC-6854-21C9-0AF6-D5CB020ECE2E}"/>
                      </a:ext>
                    </a:extLst>
                  </p:cNvPr>
                  <p:cNvGraphicFramePr>
                    <a:graphicFrameLocks noChangeAspect="1"/>
                  </p:cNvGraphicFramePr>
                  <p:nvPr>
                    <p:extLst>
                      <p:ext uri="{D42A27DB-BD31-4B8C-83A1-F6EECF244321}">
                        <p14:modId xmlns:p14="http://schemas.microsoft.com/office/powerpoint/2010/main" val="3122710074"/>
                      </p:ext>
                    </p:extLst>
                  </p:nvPr>
                </p:nvGraphicFramePr>
                <p:xfrm>
                  <a:off x="6137256" y="3375939"/>
                  <a:ext cx="147080" cy="137814"/>
                </p:xfrm>
                <a:graphic>
                  <a:graphicData uri="http://schemas.openxmlformats.org/presentationml/2006/ole">
                    <mc:AlternateContent xmlns:mc="http://schemas.openxmlformats.org/markup-compatibility/2006">
                      <mc:Choice xmlns:v="urn:schemas-microsoft-com:vml" Requires="v">
                        <p:oleObj name="Equation" r:id="rId4" imgW="177480" imgH="164880" progId="Equation.DSMT4">
                          <p:embed/>
                        </p:oleObj>
                      </mc:Choice>
                      <mc:Fallback>
                        <p:oleObj name="Equation" r:id="rId4" imgW="177480" imgH="164880" progId="Equation.DSMT4">
                          <p:embed/>
                          <p:pic>
                            <p:nvPicPr>
                              <p:cNvPr id="68" name="对象 67">
                                <a:extLst>
                                  <a:ext uri="{FF2B5EF4-FFF2-40B4-BE49-F238E27FC236}">
                                    <a16:creationId xmlns:a16="http://schemas.microsoft.com/office/drawing/2014/main" id="{F1AEA20A-B23D-3773-22C8-01C90D07754F}"/>
                                  </a:ext>
                                </a:extLst>
                              </p:cNvPr>
                              <p:cNvPicPr/>
                              <p:nvPr/>
                            </p:nvPicPr>
                            <p:blipFill>
                              <a:blip r:embed="rId5"/>
                              <a:stretch>
                                <a:fillRect/>
                              </a:stretch>
                            </p:blipFill>
                            <p:spPr>
                              <a:xfrm>
                                <a:off x="6137256" y="3375939"/>
                                <a:ext cx="147080" cy="137814"/>
                              </a:xfrm>
                              <a:prstGeom prst="rect">
                                <a:avLst/>
                              </a:prstGeom>
                            </p:spPr>
                          </p:pic>
                        </p:oleObj>
                      </mc:Fallback>
                    </mc:AlternateContent>
                  </a:graphicData>
                </a:graphic>
              </p:graphicFrame>
              <p:sp>
                <p:nvSpPr>
                  <p:cNvPr id="70" name="文本框 69">
                    <a:extLst>
                      <a:ext uri="{FF2B5EF4-FFF2-40B4-BE49-F238E27FC236}">
                        <a16:creationId xmlns:a16="http://schemas.microsoft.com/office/drawing/2014/main" id="{27582FA8-1DB2-06C7-9F51-71047D3F6BDB}"/>
                      </a:ext>
                    </a:extLst>
                  </p:cNvPr>
                  <p:cNvSpPr txBox="1"/>
                  <p:nvPr/>
                </p:nvSpPr>
                <p:spPr>
                  <a:xfrm>
                    <a:off x="6638131" y="3574534"/>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s</a:t>
                    </a:r>
                    <a:endParaRPr lang="zh-CN" altLang="en-US" baseline="-25000" dirty="0">
                      <a:latin typeface="Times New Roman" panose="02020603050405020304" pitchFamily="18" charset="0"/>
                      <a:cs typeface="Times New Roman" panose="02020603050405020304" pitchFamily="18" charset="0"/>
                    </a:endParaRPr>
                  </a:p>
                </p:txBody>
              </p:sp>
              <p:sp>
                <p:nvSpPr>
                  <p:cNvPr id="71" name="文本框 70">
                    <a:extLst>
                      <a:ext uri="{FF2B5EF4-FFF2-40B4-BE49-F238E27FC236}">
                        <a16:creationId xmlns:a16="http://schemas.microsoft.com/office/drawing/2014/main" id="{5C36112C-CCA0-2A1D-563D-16706BB97E9B}"/>
                      </a:ext>
                    </a:extLst>
                  </p:cNvPr>
                  <p:cNvSpPr txBox="1"/>
                  <p:nvPr/>
                </p:nvSpPr>
                <p:spPr>
                  <a:xfrm>
                    <a:off x="5572461" y="1831624"/>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z</a:t>
                    </a:r>
                    <a:endParaRPr lang="zh-CN" altLang="en-US" baseline="-25000" dirty="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2D9BB1E3-3CDE-D44D-F6F8-B130B849199E}"/>
                      </a:ext>
                    </a:extLst>
                  </p:cNvPr>
                  <p:cNvSpPr txBox="1"/>
                  <p:nvPr/>
                </p:nvSpPr>
                <p:spPr>
                  <a:xfrm>
                    <a:off x="6539249" y="2922791"/>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t</a:t>
                    </a:r>
                    <a:endParaRPr lang="zh-CN" altLang="en-US" baseline="-25000" dirty="0">
                      <a:latin typeface="Times New Roman" panose="02020603050405020304" pitchFamily="18" charset="0"/>
                      <a:cs typeface="Times New Roman" panose="02020603050405020304" pitchFamily="18" charset="0"/>
                    </a:endParaRPr>
                  </a:p>
                </p:txBody>
              </p:sp>
              <p:sp>
                <p:nvSpPr>
                  <p:cNvPr id="73" name="文本框 72">
                    <a:extLst>
                      <a:ext uri="{FF2B5EF4-FFF2-40B4-BE49-F238E27FC236}">
                        <a16:creationId xmlns:a16="http://schemas.microsoft.com/office/drawing/2014/main" id="{2B1CEF41-A1C5-A4ED-F413-9498714AEC7C}"/>
                      </a:ext>
                    </a:extLst>
                  </p:cNvPr>
                  <p:cNvSpPr txBox="1"/>
                  <p:nvPr/>
                </p:nvSpPr>
                <p:spPr>
                  <a:xfrm>
                    <a:off x="5700849" y="2670611"/>
                    <a:ext cx="272457" cy="369332"/>
                  </a:xfrm>
                  <a:prstGeom prst="rect">
                    <a:avLst/>
                  </a:prstGeom>
                  <a:noFill/>
                </p:spPr>
                <p:txBody>
                  <a:bodyPr wrap="square" rtlCol="0">
                    <a:spAutoFit/>
                  </a:bodyPr>
                  <a:lstStyle/>
                  <a:p>
                    <a:r>
                      <a:rPr lang="en-US" altLang="zh-CN" i="1" dirty="0">
                        <a:solidFill>
                          <a:srgbClr val="FF0000"/>
                        </a:solidFill>
                        <a:latin typeface="Times New Roman" panose="02020603050405020304" pitchFamily="18" charset="0"/>
                        <a:cs typeface="Times New Roman" panose="02020603050405020304" pitchFamily="18" charset="0"/>
                      </a:rPr>
                      <a:t>r</a:t>
                    </a:r>
                    <a:endParaRPr lang="zh-CN" altLang="en-US" baseline="-25000" dirty="0">
                      <a:solidFill>
                        <a:srgbClr val="FF0000"/>
                      </a:solidFill>
                      <a:latin typeface="Times New Roman" panose="02020603050405020304" pitchFamily="18" charset="0"/>
                      <a:cs typeface="Times New Roman" panose="02020603050405020304" pitchFamily="18" charset="0"/>
                    </a:endParaRPr>
                  </a:p>
                </p:txBody>
              </p:sp>
              <p:sp>
                <p:nvSpPr>
                  <p:cNvPr id="74" name="文本框 73">
                    <a:extLst>
                      <a:ext uri="{FF2B5EF4-FFF2-40B4-BE49-F238E27FC236}">
                        <a16:creationId xmlns:a16="http://schemas.microsoft.com/office/drawing/2014/main" id="{CB4562CE-8349-6898-D65D-20E3CEDE9390}"/>
                      </a:ext>
                    </a:extLst>
                  </p:cNvPr>
                  <p:cNvSpPr txBox="1"/>
                  <p:nvPr/>
                </p:nvSpPr>
                <p:spPr>
                  <a:xfrm rot="1490760">
                    <a:off x="5608220" y="4104075"/>
                    <a:ext cx="993071" cy="276999"/>
                  </a:xfrm>
                  <a:prstGeom prst="rect">
                    <a:avLst/>
                  </a:prstGeom>
                  <a:noFill/>
                </p:spPr>
                <p:txBody>
                  <a:bodyPr wrap="square" rtlCol="0">
                    <a:spAutoFit/>
                  </a:bodyPr>
                  <a:lstStyle/>
                  <a:p>
                    <a:r>
                      <a:rPr lang="zh-CN" altLang="en-US" baseline="-25000" dirty="0">
                        <a:latin typeface="Times New Roman" panose="02020603050405020304" pitchFamily="18" charset="0"/>
                        <a:cs typeface="Times New Roman" panose="02020603050405020304" pitchFamily="18" charset="0"/>
                      </a:rPr>
                      <a:t>虚拟探测器</a:t>
                    </a:r>
                  </a:p>
                </p:txBody>
              </p:sp>
            </p:grpSp>
            <p:sp>
              <p:nvSpPr>
                <p:cNvPr id="76" name="文本框 75">
                  <a:extLst>
                    <a:ext uri="{FF2B5EF4-FFF2-40B4-BE49-F238E27FC236}">
                      <a16:creationId xmlns:a16="http://schemas.microsoft.com/office/drawing/2014/main" id="{34918443-535E-FD60-9529-466E465B9618}"/>
                    </a:ext>
                  </a:extLst>
                </p:cNvPr>
                <p:cNvSpPr txBox="1"/>
                <p:nvPr/>
              </p:nvSpPr>
              <p:spPr>
                <a:xfrm>
                  <a:off x="4370943" y="2725241"/>
                  <a:ext cx="1482714" cy="297517"/>
                </a:xfrm>
                <a:prstGeom prst="rect">
                  <a:avLst/>
                </a:prstGeom>
                <a:noFill/>
              </p:spPr>
              <p:txBody>
                <a:bodyPr wrap="square" rtlCol="0">
                  <a:spAutoFit/>
                </a:bodyPr>
                <a:lstStyle/>
                <a:p>
                  <a:r>
                    <a:rPr lang="en-US" altLang="zh-CN" sz="2000" baseline="-25000" dirty="0">
                      <a:latin typeface="Times New Roman" panose="02020603050405020304" pitchFamily="18" charset="0"/>
                      <a:cs typeface="Times New Roman" panose="02020603050405020304" pitchFamily="18" charset="0"/>
                    </a:rPr>
                    <a:t>(a) </a:t>
                  </a:r>
                  <a:r>
                    <a:rPr lang="zh-CN" altLang="en-US" sz="2000" baseline="-25000" dirty="0">
                      <a:latin typeface="Times New Roman" panose="02020603050405020304" pitchFamily="18" charset="0"/>
                      <a:cs typeface="Times New Roman" panose="02020603050405020304" pitchFamily="18" charset="0"/>
                    </a:rPr>
                    <a:t>锥形束参数图</a:t>
                  </a:r>
                </a:p>
              </p:txBody>
            </p:sp>
            <p:sp>
              <p:nvSpPr>
                <p:cNvPr id="77" name="文本框 76">
                  <a:extLst>
                    <a:ext uri="{FF2B5EF4-FFF2-40B4-BE49-F238E27FC236}">
                      <a16:creationId xmlns:a16="http://schemas.microsoft.com/office/drawing/2014/main" id="{DBB3F81B-BEC1-D556-7651-1E6593704549}"/>
                    </a:ext>
                  </a:extLst>
                </p:cNvPr>
                <p:cNvSpPr txBox="1"/>
                <p:nvPr/>
              </p:nvSpPr>
              <p:spPr>
                <a:xfrm>
                  <a:off x="1080017" y="4409540"/>
                  <a:ext cx="1624373" cy="297517"/>
                </a:xfrm>
                <a:prstGeom prst="rect">
                  <a:avLst/>
                </a:prstGeom>
                <a:noFill/>
              </p:spPr>
              <p:txBody>
                <a:bodyPr wrap="square" rtlCol="0">
                  <a:spAutoFit/>
                </a:bodyPr>
                <a:lstStyle/>
                <a:p>
                  <a:r>
                    <a:rPr lang="en-US" altLang="zh-CN" sz="2000" baseline="-25000" dirty="0">
                      <a:latin typeface="Times New Roman" panose="02020603050405020304" pitchFamily="18" charset="0"/>
                      <a:cs typeface="Times New Roman" panose="02020603050405020304" pitchFamily="18" charset="0"/>
                    </a:rPr>
                    <a:t>(b) </a:t>
                  </a:r>
                  <a:r>
                    <a:rPr lang="en-US" altLang="zh-CN" sz="2000" i="1" baseline="-25000" dirty="0">
                      <a:latin typeface="Times New Roman" panose="02020603050405020304" pitchFamily="18" charset="0"/>
                      <a:cs typeface="Times New Roman" panose="02020603050405020304" pitchFamily="18" charset="0"/>
                    </a:rPr>
                    <a:t>Oxy </a:t>
                  </a:r>
                  <a:r>
                    <a:rPr lang="zh-CN" altLang="en-US" sz="2000" baseline="-25000" dirty="0">
                      <a:latin typeface="Times New Roman" panose="02020603050405020304" pitchFamily="18" charset="0"/>
                      <a:cs typeface="Times New Roman" panose="02020603050405020304" pitchFamily="18" charset="0"/>
                    </a:rPr>
                    <a:t>或 </a:t>
                  </a:r>
                  <a:r>
                    <a:rPr lang="en-US" altLang="zh-CN" sz="2000" i="1" baseline="-25000" dirty="0">
                      <a:latin typeface="Times New Roman" panose="02020603050405020304" pitchFamily="18" charset="0"/>
                      <a:cs typeface="Times New Roman" panose="02020603050405020304" pitchFamily="18" charset="0"/>
                    </a:rPr>
                    <a:t>Ost </a:t>
                  </a:r>
                  <a:r>
                    <a:rPr lang="zh-CN" altLang="en-US" sz="2000" baseline="-25000" dirty="0">
                      <a:latin typeface="Times New Roman" panose="02020603050405020304" pitchFamily="18" charset="0"/>
                      <a:cs typeface="Times New Roman" panose="02020603050405020304" pitchFamily="18" charset="0"/>
                    </a:rPr>
                    <a:t>平面</a:t>
                  </a:r>
                </a:p>
              </p:txBody>
            </p:sp>
            <p:grpSp>
              <p:nvGrpSpPr>
                <p:cNvPr id="86" name="组合 85">
                  <a:extLst>
                    <a:ext uri="{FF2B5EF4-FFF2-40B4-BE49-F238E27FC236}">
                      <a16:creationId xmlns:a16="http://schemas.microsoft.com/office/drawing/2014/main" id="{FB5E0D43-012A-1A37-666E-651833898FBD}"/>
                    </a:ext>
                  </a:extLst>
                </p:cNvPr>
                <p:cNvGrpSpPr/>
                <p:nvPr/>
              </p:nvGrpSpPr>
              <p:grpSpPr>
                <a:xfrm rot="20334310">
                  <a:off x="871021" y="3307685"/>
                  <a:ext cx="2411140" cy="1025785"/>
                  <a:chOff x="2377456" y="3206891"/>
                  <a:chExt cx="2411140" cy="1025785"/>
                </a:xfrm>
              </p:grpSpPr>
              <p:cxnSp>
                <p:nvCxnSpPr>
                  <p:cNvPr id="78" name="直接连接符 77">
                    <a:extLst>
                      <a:ext uri="{FF2B5EF4-FFF2-40B4-BE49-F238E27FC236}">
                        <a16:creationId xmlns:a16="http://schemas.microsoft.com/office/drawing/2014/main" id="{A5D292B1-FA9A-8C93-A173-A285B5B8E8CE}"/>
                      </a:ext>
                    </a:extLst>
                  </p:cNvPr>
                  <p:cNvCxnSpPr>
                    <a:cxnSpLocks/>
                  </p:cNvCxnSpPr>
                  <p:nvPr/>
                </p:nvCxnSpPr>
                <p:spPr>
                  <a:xfrm>
                    <a:off x="2377456" y="3429000"/>
                    <a:ext cx="2194544" cy="0"/>
                  </a:xfrm>
                  <a:prstGeom prst="line">
                    <a:avLst/>
                  </a:prstGeom>
                  <a:ln>
                    <a:solidFill>
                      <a:srgbClr val="00B050"/>
                    </a:solidFill>
                    <a:headEnd type="oval" w="med" len="med"/>
                    <a:tailEnd type="triangle" w="med" len="med"/>
                  </a:ln>
                </p:spPr>
                <p:style>
                  <a:lnRef idx="3">
                    <a:schemeClr val="accent1"/>
                  </a:lnRef>
                  <a:fillRef idx="0">
                    <a:schemeClr val="accent1"/>
                  </a:fillRef>
                  <a:effectRef idx="2">
                    <a:schemeClr val="accent1"/>
                  </a:effectRef>
                  <a:fontRef idx="minor">
                    <a:schemeClr val="tx1"/>
                  </a:fontRef>
                </p:style>
              </p:cxnSp>
              <p:sp>
                <p:nvSpPr>
                  <p:cNvPr id="83" name="文本框 82">
                    <a:extLst>
                      <a:ext uri="{FF2B5EF4-FFF2-40B4-BE49-F238E27FC236}">
                        <a16:creationId xmlns:a16="http://schemas.microsoft.com/office/drawing/2014/main" id="{52AC0814-CBA1-9464-7DA2-E2BC1D6CE341}"/>
                      </a:ext>
                    </a:extLst>
                  </p:cNvPr>
                  <p:cNvSpPr txBox="1"/>
                  <p:nvPr/>
                </p:nvSpPr>
                <p:spPr>
                  <a:xfrm>
                    <a:off x="4516139" y="3206891"/>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t</a:t>
                    </a:r>
                    <a:endParaRPr lang="zh-CN" altLang="en-US" baseline="-25000" dirty="0">
                      <a:latin typeface="Times New Roman" panose="02020603050405020304" pitchFamily="18" charset="0"/>
                      <a:cs typeface="Times New Roman" panose="02020603050405020304" pitchFamily="18" charset="0"/>
                    </a:endParaRPr>
                  </a:p>
                </p:txBody>
              </p:sp>
              <p:cxnSp>
                <p:nvCxnSpPr>
                  <p:cNvPr id="84" name="直接连接符 83">
                    <a:extLst>
                      <a:ext uri="{FF2B5EF4-FFF2-40B4-BE49-F238E27FC236}">
                        <a16:creationId xmlns:a16="http://schemas.microsoft.com/office/drawing/2014/main" id="{EA6D696C-D9E8-BABA-DD62-5DD8CF734BBF}"/>
                      </a:ext>
                    </a:extLst>
                  </p:cNvPr>
                  <p:cNvCxnSpPr>
                    <a:cxnSpLocks/>
                  </p:cNvCxnSpPr>
                  <p:nvPr/>
                </p:nvCxnSpPr>
                <p:spPr>
                  <a:xfrm rot="1265690">
                    <a:off x="3609518" y="3459489"/>
                    <a:ext cx="312760" cy="773187"/>
                  </a:xfrm>
                  <a:prstGeom prst="line">
                    <a:avLst/>
                  </a:prstGeom>
                  <a:ln>
                    <a:headEnd type="none" w="med" len="med"/>
                    <a:tailEnd type="triangle" w="med" len="med"/>
                  </a:ln>
                </p:spPr>
                <p:style>
                  <a:lnRef idx="3">
                    <a:schemeClr val="accent1"/>
                  </a:lnRef>
                  <a:fillRef idx="0">
                    <a:schemeClr val="accent1"/>
                  </a:fillRef>
                  <a:effectRef idx="2">
                    <a:schemeClr val="accent1"/>
                  </a:effectRef>
                  <a:fontRef idx="minor">
                    <a:schemeClr val="tx1"/>
                  </a:fontRef>
                </p:style>
              </p:cxnSp>
            </p:grpSp>
            <p:cxnSp>
              <p:nvCxnSpPr>
                <p:cNvPr id="87" name="直接连接符 86">
                  <a:extLst>
                    <a:ext uri="{FF2B5EF4-FFF2-40B4-BE49-F238E27FC236}">
                      <a16:creationId xmlns:a16="http://schemas.microsoft.com/office/drawing/2014/main" id="{E2ADBE56-C22C-538E-79DF-4A70E8E812E2}"/>
                    </a:ext>
                  </a:extLst>
                </p:cNvPr>
                <p:cNvCxnSpPr>
                  <a:cxnSpLocks/>
                </p:cNvCxnSpPr>
                <p:nvPr/>
              </p:nvCxnSpPr>
              <p:spPr>
                <a:xfrm flipH="1">
                  <a:off x="2063750" y="3478424"/>
                  <a:ext cx="69764" cy="652600"/>
                </a:xfrm>
                <a:prstGeom prst="line">
                  <a:avLst/>
                </a:prstGeom>
                <a:ln w="12700">
                  <a:solidFill>
                    <a:schemeClr val="tx1"/>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sp>
              <p:nvSpPr>
                <p:cNvPr id="88" name="文本框 87">
                  <a:extLst>
                    <a:ext uri="{FF2B5EF4-FFF2-40B4-BE49-F238E27FC236}">
                      <a16:creationId xmlns:a16="http://schemas.microsoft.com/office/drawing/2014/main" id="{9032DB59-9321-1ABA-5EB2-C8CA9CA17D5D}"/>
                    </a:ext>
                  </a:extLst>
                </p:cNvPr>
                <p:cNvSpPr txBox="1"/>
                <p:nvPr/>
              </p:nvSpPr>
              <p:spPr>
                <a:xfrm>
                  <a:off x="1908478" y="3987109"/>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x</a:t>
                  </a:r>
                  <a:endParaRPr lang="zh-CN" altLang="en-US" baseline="-25000" dirty="0">
                    <a:latin typeface="Times New Roman" panose="02020603050405020304" pitchFamily="18" charset="0"/>
                    <a:cs typeface="Times New Roman" panose="02020603050405020304" pitchFamily="18" charset="0"/>
                  </a:endParaRPr>
                </a:p>
              </p:txBody>
            </p:sp>
            <p:graphicFrame>
              <p:nvGraphicFramePr>
                <p:cNvPr id="89" name="对象 88">
                  <a:extLst>
                    <a:ext uri="{FF2B5EF4-FFF2-40B4-BE49-F238E27FC236}">
                      <a16:creationId xmlns:a16="http://schemas.microsoft.com/office/drawing/2014/main" id="{97AB4ED5-69F1-3E56-7E58-E822831E851F}"/>
                    </a:ext>
                  </a:extLst>
                </p:cNvPr>
                <p:cNvGraphicFramePr>
                  <a:graphicFrameLocks noChangeAspect="1"/>
                </p:cNvGraphicFramePr>
                <p:nvPr>
                  <p:extLst>
                    <p:ext uri="{D42A27DB-BD31-4B8C-83A1-F6EECF244321}">
                      <p14:modId xmlns:p14="http://schemas.microsoft.com/office/powerpoint/2010/main" val="1822973322"/>
                    </p:ext>
                  </p:extLst>
                </p:nvPr>
              </p:nvGraphicFramePr>
              <p:xfrm>
                <a:off x="2071309" y="3710089"/>
                <a:ext cx="174225" cy="232300"/>
              </p:xfrm>
              <a:graphic>
                <a:graphicData uri="http://schemas.openxmlformats.org/presentationml/2006/ole">
                  <mc:AlternateContent xmlns:mc="http://schemas.openxmlformats.org/markup-compatibility/2006">
                    <mc:Choice xmlns:v="urn:schemas-microsoft-com:vml" Requires="v">
                      <p:oleObj name="Equation" r:id="rId2" imgW="152280" imgH="203040" progId="Equation.DSMT4">
                        <p:embed/>
                      </p:oleObj>
                    </mc:Choice>
                    <mc:Fallback>
                      <p:oleObj name="Equation" r:id="rId2" imgW="152280" imgH="203040" progId="Equation.DSMT4">
                        <p:embed/>
                        <p:pic>
                          <p:nvPicPr>
                            <p:cNvPr id="68" name="对象 67">
                              <a:extLst>
                                <a:ext uri="{FF2B5EF4-FFF2-40B4-BE49-F238E27FC236}">
                                  <a16:creationId xmlns:a16="http://schemas.microsoft.com/office/drawing/2014/main" id="{F1AEA20A-B23D-3773-22C8-01C90D07754F}"/>
                                </a:ext>
                              </a:extLst>
                            </p:cNvPr>
                            <p:cNvPicPr/>
                            <p:nvPr/>
                          </p:nvPicPr>
                          <p:blipFill>
                            <a:blip r:embed="rId3"/>
                            <a:stretch>
                              <a:fillRect/>
                            </a:stretch>
                          </p:blipFill>
                          <p:spPr>
                            <a:xfrm>
                              <a:off x="2071309" y="3710089"/>
                              <a:ext cx="174225" cy="232300"/>
                            </a:xfrm>
                            <a:prstGeom prst="rect">
                              <a:avLst/>
                            </a:prstGeom>
                          </p:spPr>
                        </p:pic>
                      </p:oleObj>
                    </mc:Fallback>
                  </mc:AlternateContent>
                </a:graphicData>
              </a:graphic>
            </p:graphicFrame>
            <p:sp>
              <p:nvSpPr>
                <p:cNvPr id="92" name="弧形 91">
                  <a:extLst>
                    <a:ext uri="{FF2B5EF4-FFF2-40B4-BE49-F238E27FC236}">
                      <a16:creationId xmlns:a16="http://schemas.microsoft.com/office/drawing/2014/main" id="{FF773048-46B6-0D45-DC54-399EA38B732B}"/>
                    </a:ext>
                  </a:extLst>
                </p:cNvPr>
                <p:cNvSpPr/>
                <p:nvPr/>
              </p:nvSpPr>
              <p:spPr>
                <a:xfrm rot="9284281">
                  <a:off x="2038727" y="3592695"/>
                  <a:ext cx="328571" cy="73090"/>
                </a:xfrm>
                <a:prstGeom prst="arc">
                  <a:avLst>
                    <a:gd name="adj1" fmla="val 16200000"/>
                    <a:gd name="adj2" fmla="val 20926179"/>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93" name="文本框 92">
                  <a:extLst>
                    <a:ext uri="{FF2B5EF4-FFF2-40B4-BE49-F238E27FC236}">
                      <a16:creationId xmlns:a16="http://schemas.microsoft.com/office/drawing/2014/main" id="{CF068CDA-C48C-FE66-DF53-E1F12035B332}"/>
                    </a:ext>
                  </a:extLst>
                </p:cNvPr>
                <p:cNvSpPr txBox="1"/>
                <p:nvPr/>
              </p:nvSpPr>
              <p:spPr>
                <a:xfrm>
                  <a:off x="2348200" y="4090958"/>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s</a:t>
                  </a:r>
                  <a:endParaRPr lang="zh-CN" altLang="en-US" baseline="-25000" dirty="0">
                    <a:latin typeface="Times New Roman" panose="02020603050405020304" pitchFamily="18" charset="0"/>
                    <a:cs typeface="Times New Roman" panose="02020603050405020304" pitchFamily="18" charset="0"/>
                  </a:endParaRPr>
                </a:p>
              </p:txBody>
            </p:sp>
            <p:cxnSp>
              <p:nvCxnSpPr>
                <p:cNvPr id="94" name="直接连接符 93">
                  <a:extLst>
                    <a:ext uri="{FF2B5EF4-FFF2-40B4-BE49-F238E27FC236}">
                      <a16:creationId xmlns:a16="http://schemas.microsoft.com/office/drawing/2014/main" id="{1C654F05-CEBC-E35D-2415-546596094E53}"/>
                    </a:ext>
                  </a:extLst>
                </p:cNvPr>
                <p:cNvCxnSpPr>
                  <a:cxnSpLocks/>
                </p:cNvCxnSpPr>
                <p:nvPr/>
              </p:nvCxnSpPr>
              <p:spPr>
                <a:xfrm flipH="1" flipV="1">
                  <a:off x="2141346" y="3485778"/>
                  <a:ext cx="665491" cy="406425"/>
                </a:xfrm>
                <a:prstGeom prst="line">
                  <a:avLst/>
                </a:prstGeom>
                <a:ln w="9525">
                  <a:solidFill>
                    <a:srgbClr val="FF0000"/>
                  </a:solidFill>
                  <a:headEnd type="arrow"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98" name="直接连接符 97">
                  <a:extLst>
                    <a:ext uri="{FF2B5EF4-FFF2-40B4-BE49-F238E27FC236}">
                      <a16:creationId xmlns:a16="http://schemas.microsoft.com/office/drawing/2014/main" id="{1240FB83-DFCC-D90B-C915-FA65E1F91C96}"/>
                    </a:ext>
                  </a:extLst>
                </p:cNvPr>
                <p:cNvCxnSpPr>
                  <a:cxnSpLocks/>
                </p:cNvCxnSpPr>
                <p:nvPr/>
              </p:nvCxnSpPr>
              <p:spPr>
                <a:xfrm>
                  <a:off x="2561065" y="3333750"/>
                  <a:ext cx="234306" cy="551979"/>
                </a:xfrm>
                <a:prstGeom prst="line">
                  <a:avLst/>
                </a:prstGeom>
                <a:ln w="9525">
                  <a:solidFill>
                    <a:srgbClr val="FF0000"/>
                  </a:solidFill>
                  <a:prstDash val="sysDash"/>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103" name="文本框 102">
                  <a:extLst>
                    <a:ext uri="{FF2B5EF4-FFF2-40B4-BE49-F238E27FC236}">
                      <a16:creationId xmlns:a16="http://schemas.microsoft.com/office/drawing/2014/main" id="{8A5969A9-FF7B-102D-9E8F-5E4ACCEAC33F}"/>
                    </a:ext>
                  </a:extLst>
                </p:cNvPr>
                <p:cNvSpPr txBox="1"/>
                <p:nvPr/>
              </p:nvSpPr>
              <p:spPr>
                <a:xfrm>
                  <a:off x="2389363" y="3110511"/>
                  <a:ext cx="272457" cy="307777"/>
                </a:xfrm>
                <a:prstGeom prst="rect">
                  <a:avLst/>
                </a:prstGeom>
                <a:noFill/>
              </p:spPr>
              <p:txBody>
                <a:bodyPr wrap="square" rtlCol="0">
                  <a:spAutoFit/>
                </a:bodyPr>
                <a:lstStyle/>
                <a:p>
                  <a:r>
                    <a:rPr lang="en-US" altLang="zh-CN" sz="1400" i="1" dirty="0">
                      <a:latin typeface="Times New Roman" panose="02020603050405020304" pitchFamily="18" charset="0"/>
                      <a:cs typeface="Times New Roman" panose="02020603050405020304" pitchFamily="18" charset="0"/>
                    </a:rPr>
                    <a:t>P</a:t>
                  </a:r>
                  <a:endParaRPr lang="zh-CN" altLang="en-US" sz="1400" baseline="-25000" dirty="0">
                    <a:latin typeface="Times New Roman" panose="02020603050405020304" pitchFamily="18" charset="0"/>
                    <a:cs typeface="Times New Roman" panose="02020603050405020304" pitchFamily="18" charset="0"/>
                  </a:endParaRPr>
                </a:p>
              </p:txBody>
            </p:sp>
            <p:graphicFrame>
              <p:nvGraphicFramePr>
                <p:cNvPr id="105" name="对象 104">
                  <a:extLst>
                    <a:ext uri="{FF2B5EF4-FFF2-40B4-BE49-F238E27FC236}">
                      <a16:creationId xmlns:a16="http://schemas.microsoft.com/office/drawing/2014/main" id="{4EAAFEA5-AAA6-BC12-EA76-78F6D75829CA}"/>
                    </a:ext>
                  </a:extLst>
                </p:cNvPr>
                <p:cNvGraphicFramePr>
                  <a:graphicFrameLocks noChangeAspect="1"/>
                </p:cNvGraphicFramePr>
                <p:nvPr>
                  <p:extLst>
                    <p:ext uri="{D42A27DB-BD31-4B8C-83A1-F6EECF244321}">
                      <p14:modId xmlns:p14="http://schemas.microsoft.com/office/powerpoint/2010/main" val="2667810736"/>
                    </p:ext>
                  </p:extLst>
                </p:nvPr>
              </p:nvGraphicFramePr>
              <p:xfrm>
                <a:off x="2798557" y="3754012"/>
                <a:ext cx="303212" cy="261938"/>
              </p:xfrm>
              <a:graphic>
                <a:graphicData uri="http://schemas.openxmlformats.org/presentationml/2006/ole">
                  <mc:AlternateContent xmlns:mc="http://schemas.openxmlformats.org/markup-compatibility/2006">
                    <mc:Choice xmlns:v="urn:schemas-microsoft-com:vml" Requires="v">
                      <p:oleObj name="Equation" r:id="rId6" imgW="266400" imgH="228600" progId="Equation.DSMT4">
                        <p:embed/>
                      </p:oleObj>
                    </mc:Choice>
                    <mc:Fallback>
                      <p:oleObj name="Equation" r:id="rId6" imgW="266400" imgH="228600" progId="Equation.DSMT4">
                        <p:embed/>
                        <p:pic>
                          <p:nvPicPr>
                            <p:cNvPr id="89" name="对象 88">
                              <a:extLst>
                                <a:ext uri="{FF2B5EF4-FFF2-40B4-BE49-F238E27FC236}">
                                  <a16:creationId xmlns:a16="http://schemas.microsoft.com/office/drawing/2014/main" id="{97AB4ED5-69F1-3E56-7E58-E822831E851F}"/>
                                </a:ext>
                              </a:extLst>
                            </p:cNvPr>
                            <p:cNvPicPr/>
                            <p:nvPr/>
                          </p:nvPicPr>
                          <p:blipFill>
                            <a:blip r:embed="rId7"/>
                            <a:stretch>
                              <a:fillRect/>
                            </a:stretch>
                          </p:blipFill>
                          <p:spPr>
                            <a:xfrm>
                              <a:off x="2798557" y="3754012"/>
                              <a:ext cx="303212" cy="261938"/>
                            </a:xfrm>
                            <a:prstGeom prst="rect">
                              <a:avLst/>
                            </a:prstGeom>
                          </p:spPr>
                        </p:pic>
                      </p:oleObj>
                    </mc:Fallback>
                  </mc:AlternateContent>
                </a:graphicData>
              </a:graphic>
            </p:graphicFrame>
            <p:sp>
              <p:nvSpPr>
                <p:cNvPr id="106" name="文本框 105">
                  <a:extLst>
                    <a:ext uri="{FF2B5EF4-FFF2-40B4-BE49-F238E27FC236}">
                      <a16:creationId xmlns:a16="http://schemas.microsoft.com/office/drawing/2014/main" id="{3B6E933A-FA34-8E15-06A7-F98FB6E9EFFA}"/>
                    </a:ext>
                  </a:extLst>
                </p:cNvPr>
                <p:cNvSpPr txBox="1"/>
                <p:nvPr/>
              </p:nvSpPr>
              <p:spPr>
                <a:xfrm>
                  <a:off x="549840" y="3815124"/>
                  <a:ext cx="457022" cy="338554"/>
                </a:xfrm>
                <a:prstGeom prst="rect">
                  <a:avLst/>
                </a:prstGeom>
                <a:noFill/>
              </p:spPr>
              <p:txBody>
                <a:bodyPr wrap="square" rtlCol="0">
                  <a:spAutoFit/>
                </a:bodyPr>
                <a:lstStyle/>
                <a:p>
                  <a:r>
                    <a:rPr lang="en-US" altLang="zh-CN" sz="1600" i="1" dirty="0">
                      <a:latin typeface="Times New Roman" panose="02020603050405020304" pitchFamily="18" charset="0"/>
                      <a:cs typeface="Times New Roman" panose="02020603050405020304" pitchFamily="18" charset="0"/>
                    </a:rPr>
                    <a:t>S</a:t>
                  </a:r>
                  <a:r>
                    <a:rPr lang="en-US" altLang="zh-CN" sz="1600" i="1" baseline="-25000" dirty="0">
                      <a:latin typeface="Times New Roman" panose="02020603050405020304" pitchFamily="18" charset="0"/>
                      <a:cs typeface="Times New Roman" panose="02020603050405020304" pitchFamily="18" charset="0"/>
                    </a:rPr>
                    <a:t>o</a:t>
                  </a:r>
                  <a:endParaRPr lang="zh-CN" altLang="en-US" sz="1600" i="1" baseline="-25000" dirty="0">
                    <a:latin typeface="Times New Roman" panose="02020603050405020304" pitchFamily="18" charset="0"/>
                    <a:cs typeface="Times New Roman" panose="02020603050405020304" pitchFamily="18" charset="0"/>
                  </a:endParaRPr>
                </a:p>
              </p:txBody>
            </p:sp>
            <p:cxnSp>
              <p:nvCxnSpPr>
                <p:cNvPr id="107" name="直接连接符 106">
                  <a:extLst>
                    <a:ext uri="{FF2B5EF4-FFF2-40B4-BE49-F238E27FC236}">
                      <a16:creationId xmlns:a16="http://schemas.microsoft.com/office/drawing/2014/main" id="{81D71B46-990B-220E-4D11-22DA4E79EC22}"/>
                    </a:ext>
                  </a:extLst>
                </p:cNvPr>
                <p:cNvCxnSpPr>
                  <a:cxnSpLocks/>
                </p:cNvCxnSpPr>
                <p:nvPr/>
              </p:nvCxnSpPr>
              <p:spPr>
                <a:xfrm flipV="1">
                  <a:off x="3689350" y="3890299"/>
                  <a:ext cx="1865385" cy="15450"/>
                </a:xfrm>
                <a:prstGeom prst="line">
                  <a:avLst/>
                </a:prstGeom>
                <a:ln>
                  <a:solidFill>
                    <a:srgbClr val="00B050"/>
                  </a:solidFill>
                  <a:headEnd type="oval"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108" name="直接连接符 107">
                  <a:extLst>
                    <a:ext uri="{FF2B5EF4-FFF2-40B4-BE49-F238E27FC236}">
                      <a16:creationId xmlns:a16="http://schemas.microsoft.com/office/drawing/2014/main" id="{B0603066-7155-035F-EEB1-83368368847A}"/>
                    </a:ext>
                  </a:extLst>
                </p:cNvPr>
                <p:cNvCxnSpPr>
                  <a:cxnSpLocks/>
                </p:cNvCxnSpPr>
                <p:nvPr/>
              </p:nvCxnSpPr>
              <p:spPr>
                <a:xfrm>
                  <a:off x="4848156" y="3158528"/>
                  <a:ext cx="0" cy="1141301"/>
                </a:xfrm>
                <a:prstGeom prst="line">
                  <a:avLst/>
                </a:prstGeom>
                <a:ln>
                  <a:headEnd type="triangle" w="med" len="med"/>
                  <a:tailEnd type="none" w="med" len="med"/>
                </a:ln>
              </p:spPr>
              <p:style>
                <a:lnRef idx="3">
                  <a:schemeClr val="accent1"/>
                </a:lnRef>
                <a:fillRef idx="0">
                  <a:schemeClr val="accent1"/>
                </a:fillRef>
                <a:effectRef idx="2">
                  <a:schemeClr val="accent1"/>
                </a:effectRef>
                <a:fontRef idx="minor">
                  <a:schemeClr val="tx1"/>
                </a:fontRef>
              </p:style>
            </p:cxnSp>
            <p:sp>
              <p:nvSpPr>
                <p:cNvPr id="112" name="文本框 111">
                  <a:extLst>
                    <a:ext uri="{FF2B5EF4-FFF2-40B4-BE49-F238E27FC236}">
                      <a16:creationId xmlns:a16="http://schemas.microsoft.com/office/drawing/2014/main" id="{0D031568-13E2-3921-843D-F2B90DF5AA9F}"/>
                    </a:ext>
                  </a:extLst>
                </p:cNvPr>
                <p:cNvSpPr txBox="1"/>
                <p:nvPr/>
              </p:nvSpPr>
              <p:spPr>
                <a:xfrm>
                  <a:off x="1931518" y="3238776"/>
                  <a:ext cx="334228" cy="307777"/>
                </a:xfrm>
                <a:prstGeom prst="rect">
                  <a:avLst/>
                </a:prstGeom>
                <a:noFill/>
                <a:ln>
                  <a:noFill/>
                </a:ln>
              </p:spPr>
              <p:txBody>
                <a:bodyPr wrap="square" rtlCol="0">
                  <a:spAutoFit/>
                </a:bodyPr>
                <a:lstStyle/>
                <a:p>
                  <a:r>
                    <a:rPr lang="en-US" altLang="zh-CN" sz="1400" i="1" dirty="0">
                      <a:solidFill>
                        <a:srgbClr val="5B9BD5"/>
                      </a:solidFill>
                      <a:latin typeface="Times New Roman" panose="02020603050405020304" pitchFamily="18" charset="0"/>
                      <a:cs typeface="Times New Roman" panose="02020603050405020304" pitchFamily="18" charset="0"/>
                    </a:rPr>
                    <a:t>O</a:t>
                  </a:r>
                  <a:endParaRPr lang="zh-CN" altLang="en-US" sz="1400" i="1" baseline="-25000" dirty="0">
                    <a:solidFill>
                      <a:srgbClr val="5B9BD5"/>
                    </a:solidFill>
                    <a:latin typeface="Times New Roman" panose="02020603050405020304" pitchFamily="18" charset="0"/>
                    <a:cs typeface="Times New Roman" panose="02020603050405020304" pitchFamily="18" charset="0"/>
                  </a:endParaRPr>
                </a:p>
              </p:txBody>
            </p:sp>
            <p:sp>
              <p:nvSpPr>
                <p:cNvPr id="113" name="文本框 112">
                  <a:extLst>
                    <a:ext uri="{FF2B5EF4-FFF2-40B4-BE49-F238E27FC236}">
                      <a16:creationId xmlns:a16="http://schemas.microsoft.com/office/drawing/2014/main" id="{45AEA4EA-8FFF-904C-F5EB-700300B07043}"/>
                    </a:ext>
                  </a:extLst>
                </p:cNvPr>
                <p:cNvSpPr txBox="1"/>
                <p:nvPr/>
              </p:nvSpPr>
              <p:spPr>
                <a:xfrm>
                  <a:off x="4583460" y="3827339"/>
                  <a:ext cx="334228" cy="307777"/>
                </a:xfrm>
                <a:prstGeom prst="rect">
                  <a:avLst/>
                </a:prstGeom>
                <a:noFill/>
                <a:ln>
                  <a:noFill/>
                </a:ln>
              </p:spPr>
              <p:txBody>
                <a:bodyPr wrap="square" rtlCol="0">
                  <a:spAutoFit/>
                </a:bodyPr>
                <a:lstStyle/>
                <a:p>
                  <a:r>
                    <a:rPr lang="en-US" altLang="zh-CN" sz="1400" i="1" dirty="0">
                      <a:solidFill>
                        <a:srgbClr val="5B9BD5"/>
                      </a:solidFill>
                      <a:latin typeface="Times New Roman" panose="02020603050405020304" pitchFamily="18" charset="0"/>
                      <a:cs typeface="Times New Roman" panose="02020603050405020304" pitchFamily="18" charset="0"/>
                    </a:rPr>
                    <a:t>O</a:t>
                  </a:r>
                  <a:endParaRPr lang="zh-CN" altLang="en-US" sz="1400" i="1" baseline="-25000" dirty="0">
                    <a:solidFill>
                      <a:srgbClr val="5B9BD5"/>
                    </a:solidFill>
                    <a:latin typeface="Times New Roman" panose="02020603050405020304" pitchFamily="18" charset="0"/>
                    <a:cs typeface="Times New Roman" panose="02020603050405020304" pitchFamily="18" charset="0"/>
                  </a:endParaRPr>
                </a:p>
              </p:txBody>
            </p:sp>
            <p:sp>
              <p:nvSpPr>
                <p:cNvPr id="114" name="文本框 113">
                  <a:extLst>
                    <a:ext uri="{FF2B5EF4-FFF2-40B4-BE49-F238E27FC236}">
                      <a16:creationId xmlns:a16="http://schemas.microsoft.com/office/drawing/2014/main" id="{79E1E583-B85C-471E-3365-06F9895E79A8}"/>
                    </a:ext>
                  </a:extLst>
                </p:cNvPr>
                <p:cNvSpPr txBox="1"/>
                <p:nvPr/>
              </p:nvSpPr>
              <p:spPr>
                <a:xfrm>
                  <a:off x="5546974" y="3701063"/>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t</a:t>
                  </a:r>
                  <a:endParaRPr lang="zh-CN" altLang="en-US" baseline="-25000" dirty="0">
                    <a:latin typeface="Times New Roman" panose="02020603050405020304" pitchFamily="18" charset="0"/>
                    <a:cs typeface="Times New Roman" panose="02020603050405020304" pitchFamily="18" charset="0"/>
                  </a:endParaRPr>
                </a:p>
              </p:txBody>
            </p:sp>
            <p:sp>
              <p:nvSpPr>
                <p:cNvPr id="115" name="文本框 114">
                  <a:extLst>
                    <a:ext uri="{FF2B5EF4-FFF2-40B4-BE49-F238E27FC236}">
                      <a16:creationId xmlns:a16="http://schemas.microsoft.com/office/drawing/2014/main" id="{FA9C8696-1F76-65D1-BCFD-8FB35BED082F}"/>
                    </a:ext>
                  </a:extLst>
                </p:cNvPr>
                <p:cNvSpPr txBox="1"/>
                <p:nvPr/>
              </p:nvSpPr>
              <p:spPr>
                <a:xfrm>
                  <a:off x="4812284" y="2964680"/>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z</a:t>
                  </a:r>
                  <a:endParaRPr lang="zh-CN" altLang="en-US" baseline="-25000" dirty="0">
                    <a:latin typeface="Times New Roman" panose="02020603050405020304" pitchFamily="18" charset="0"/>
                    <a:cs typeface="Times New Roman" panose="02020603050405020304" pitchFamily="18" charset="0"/>
                  </a:endParaRPr>
                </a:p>
              </p:txBody>
            </p:sp>
            <p:sp>
              <p:nvSpPr>
                <p:cNvPr id="117" name="文本框 116">
                  <a:extLst>
                    <a:ext uri="{FF2B5EF4-FFF2-40B4-BE49-F238E27FC236}">
                      <a16:creationId xmlns:a16="http://schemas.microsoft.com/office/drawing/2014/main" id="{6DEE1A18-2055-7A87-DF47-5E8C86B1D604}"/>
                    </a:ext>
                  </a:extLst>
                </p:cNvPr>
                <p:cNvSpPr txBox="1"/>
                <p:nvPr/>
              </p:nvSpPr>
              <p:spPr>
                <a:xfrm>
                  <a:off x="3381116" y="3689547"/>
                  <a:ext cx="457022" cy="338554"/>
                </a:xfrm>
                <a:prstGeom prst="rect">
                  <a:avLst/>
                </a:prstGeom>
                <a:noFill/>
              </p:spPr>
              <p:txBody>
                <a:bodyPr wrap="square" rtlCol="0">
                  <a:spAutoFit/>
                </a:bodyPr>
                <a:lstStyle/>
                <a:p>
                  <a:r>
                    <a:rPr lang="en-US" altLang="zh-CN" sz="1600" i="1" dirty="0">
                      <a:latin typeface="Times New Roman" panose="02020603050405020304" pitchFamily="18" charset="0"/>
                      <a:cs typeface="Times New Roman" panose="02020603050405020304" pitchFamily="18" charset="0"/>
                    </a:rPr>
                    <a:t>S</a:t>
                  </a:r>
                  <a:r>
                    <a:rPr lang="en-US" altLang="zh-CN" sz="1600" i="1" baseline="-25000" dirty="0">
                      <a:latin typeface="Times New Roman" panose="02020603050405020304" pitchFamily="18" charset="0"/>
                      <a:cs typeface="Times New Roman" panose="02020603050405020304" pitchFamily="18" charset="0"/>
                    </a:rPr>
                    <a:t>o</a:t>
                  </a:r>
                  <a:endParaRPr lang="zh-CN" altLang="en-US" sz="1600" i="1" baseline="-25000" dirty="0">
                    <a:latin typeface="Times New Roman" panose="02020603050405020304" pitchFamily="18" charset="0"/>
                    <a:cs typeface="Times New Roman" panose="02020603050405020304" pitchFamily="18" charset="0"/>
                  </a:endParaRPr>
                </a:p>
              </p:txBody>
            </p:sp>
            <p:cxnSp>
              <p:nvCxnSpPr>
                <p:cNvPr id="118" name="直接连接符 117">
                  <a:extLst>
                    <a:ext uri="{FF2B5EF4-FFF2-40B4-BE49-F238E27FC236}">
                      <a16:creationId xmlns:a16="http://schemas.microsoft.com/office/drawing/2014/main" id="{C56F0AE1-4ECD-CA75-1DA1-20941A41C9B0}"/>
                    </a:ext>
                  </a:extLst>
                </p:cNvPr>
                <p:cNvCxnSpPr>
                  <a:cxnSpLocks/>
                </p:cNvCxnSpPr>
                <p:nvPr/>
              </p:nvCxnSpPr>
              <p:spPr>
                <a:xfrm flipH="1">
                  <a:off x="4858636" y="3384626"/>
                  <a:ext cx="366521" cy="495739"/>
                </a:xfrm>
                <a:prstGeom prst="line">
                  <a:avLst/>
                </a:prstGeom>
                <a:ln w="9525">
                  <a:solidFill>
                    <a:srgbClr val="FF66CC"/>
                  </a:solidFill>
                  <a:headEnd type="arrow"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23" name="直接连接符 122">
                  <a:extLst>
                    <a:ext uri="{FF2B5EF4-FFF2-40B4-BE49-F238E27FC236}">
                      <a16:creationId xmlns:a16="http://schemas.microsoft.com/office/drawing/2014/main" id="{7AF739DD-58BE-A752-F305-1FD0868A2E20}"/>
                    </a:ext>
                  </a:extLst>
                </p:cNvPr>
                <p:cNvCxnSpPr>
                  <a:cxnSpLocks/>
                </p:cNvCxnSpPr>
                <p:nvPr/>
              </p:nvCxnSpPr>
              <p:spPr>
                <a:xfrm>
                  <a:off x="5225157" y="3385114"/>
                  <a:ext cx="0" cy="502900"/>
                </a:xfrm>
                <a:prstGeom prst="line">
                  <a:avLst/>
                </a:prstGeom>
                <a:ln w="9525">
                  <a:solidFill>
                    <a:srgbClr val="FF66CC"/>
                  </a:solidFill>
                  <a:prstDash val="sysDash"/>
                  <a:headEnd type="none" w="med" len="med"/>
                  <a:tailEnd type="none" w="med" len="med"/>
                </a:ln>
              </p:spPr>
              <p:style>
                <a:lnRef idx="3">
                  <a:schemeClr val="accent1"/>
                </a:lnRef>
                <a:fillRef idx="0">
                  <a:schemeClr val="accent1"/>
                </a:fillRef>
                <a:effectRef idx="2">
                  <a:schemeClr val="accent1"/>
                </a:effectRef>
                <a:fontRef idx="minor">
                  <a:schemeClr val="tx1"/>
                </a:fontRef>
              </p:style>
            </p:cxnSp>
            <p:graphicFrame>
              <p:nvGraphicFramePr>
                <p:cNvPr id="130" name="对象 129">
                  <a:extLst>
                    <a:ext uri="{FF2B5EF4-FFF2-40B4-BE49-F238E27FC236}">
                      <a16:creationId xmlns:a16="http://schemas.microsoft.com/office/drawing/2014/main" id="{D0CC5AF3-B505-9638-8919-74E4D7C6337D}"/>
                    </a:ext>
                  </a:extLst>
                </p:cNvPr>
                <p:cNvGraphicFramePr>
                  <a:graphicFrameLocks noChangeAspect="1"/>
                </p:cNvGraphicFramePr>
                <p:nvPr>
                  <p:extLst>
                    <p:ext uri="{D42A27DB-BD31-4B8C-83A1-F6EECF244321}">
                      <p14:modId xmlns:p14="http://schemas.microsoft.com/office/powerpoint/2010/main" val="1601165018"/>
                    </p:ext>
                  </p:extLst>
                </p:nvPr>
              </p:nvGraphicFramePr>
              <p:xfrm>
                <a:off x="5238887" y="3246368"/>
                <a:ext cx="303212" cy="261938"/>
              </p:xfrm>
              <a:graphic>
                <a:graphicData uri="http://schemas.openxmlformats.org/presentationml/2006/ole">
                  <mc:AlternateContent xmlns:mc="http://schemas.openxmlformats.org/markup-compatibility/2006">
                    <mc:Choice xmlns:v="urn:schemas-microsoft-com:vml" Requires="v">
                      <p:oleObj name="Equation" r:id="rId8" imgW="266400" imgH="228600" progId="Equation.DSMT4">
                        <p:embed/>
                      </p:oleObj>
                    </mc:Choice>
                    <mc:Fallback>
                      <p:oleObj name="Equation" r:id="rId8" imgW="266400" imgH="228600" progId="Equation.DSMT4">
                        <p:embed/>
                        <p:pic>
                          <p:nvPicPr>
                            <p:cNvPr id="105" name="对象 104">
                              <a:extLst>
                                <a:ext uri="{FF2B5EF4-FFF2-40B4-BE49-F238E27FC236}">
                                  <a16:creationId xmlns:a16="http://schemas.microsoft.com/office/drawing/2014/main" id="{4EAAFEA5-AAA6-BC12-EA76-78F6D75829CA}"/>
                                </a:ext>
                              </a:extLst>
                            </p:cNvPr>
                            <p:cNvPicPr/>
                            <p:nvPr/>
                          </p:nvPicPr>
                          <p:blipFill>
                            <a:blip r:embed="rId9"/>
                            <a:stretch>
                              <a:fillRect/>
                            </a:stretch>
                          </p:blipFill>
                          <p:spPr>
                            <a:xfrm>
                              <a:off x="5238887" y="3246368"/>
                              <a:ext cx="303212" cy="261938"/>
                            </a:xfrm>
                            <a:prstGeom prst="rect">
                              <a:avLst/>
                            </a:prstGeom>
                          </p:spPr>
                        </p:pic>
                      </p:oleObj>
                    </mc:Fallback>
                  </mc:AlternateContent>
                </a:graphicData>
              </a:graphic>
            </p:graphicFrame>
            <p:sp>
              <p:nvSpPr>
                <p:cNvPr id="131" name="文本框 130">
                  <a:extLst>
                    <a:ext uri="{FF2B5EF4-FFF2-40B4-BE49-F238E27FC236}">
                      <a16:creationId xmlns:a16="http://schemas.microsoft.com/office/drawing/2014/main" id="{370B6AFE-8C86-AFAA-E84D-4765B3436A11}"/>
                    </a:ext>
                  </a:extLst>
                </p:cNvPr>
                <p:cNvSpPr txBox="1"/>
                <p:nvPr/>
              </p:nvSpPr>
              <p:spPr>
                <a:xfrm>
                  <a:off x="5067401" y="3826239"/>
                  <a:ext cx="272457" cy="307777"/>
                </a:xfrm>
                <a:prstGeom prst="rect">
                  <a:avLst/>
                </a:prstGeom>
                <a:noFill/>
              </p:spPr>
              <p:txBody>
                <a:bodyPr wrap="square" rtlCol="0">
                  <a:spAutoFit/>
                </a:bodyPr>
                <a:lstStyle/>
                <a:p>
                  <a:r>
                    <a:rPr lang="en-US" altLang="zh-CN" sz="1400" i="1" dirty="0">
                      <a:latin typeface="Times New Roman" panose="02020603050405020304" pitchFamily="18" charset="0"/>
                      <a:cs typeface="Times New Roman" panose="02020603050405020304" pitchFamily="18" charset="0"/>
                    </a:rPr>
                    <a:t>P</a:t>
                  </a:r>
                  <a:endParaRPr lang="zh-CN" altLang="en-US" sz="1400" baseline="-25000" dirty="0">
                    <a:latin typeface="Times New Roman" panose="02020603050405020304" pitchFamily="18" charset="0"/>
                    <a:cs typeface="Times New Roman" panose="02020603050405020304" pitchFamily="18" charset="0"/>
                  </a:endParaRPr>
                </a:p>
              </p:txBody>
            </p:sp>
            <p:cxnSp>
              <p:nvCxnSpPr>
                <p:cNvPr id="133" name="直接连接符 132">
                  <a:extLst>
                    <a:ext uri="{FF2B5EF4-FFF2-40B4-BE49-F238E27FC236}">
                      <a16:creationId xmlns:a16="http://schemas.microsoft.com/office/drawing/2014/main" id="{7AAD7E2F-402B-D8EB-4438-D5F30BA5EC70}"/>
                    </a:ext>
                  </a:extLst>
                </p:cNvPr>
                <p:cNvCxnSpPr>
                  <a:cxnSpLocks/>
                </p:cNvCxnSpPr>
                <p:nvPr/>
              </p:nvCxnSpPr>
              <p:spPr>
                <a:xfrm flipV="1">
                  <a:off x="847154" y="3890361"/>
                  <a:ext cx="1959683" cy="105777"/>
                </a:xfrm>
                <a:prstGeom prst="line">
                  <a:avLst/>
                </a:prstGeom>
              </p:spPr>
              <p:style>
                <a:lnRef idx="3">
                  <a:schemeClr val="accent2"/>
                </a:lnRef>
                <a:fillRef idx="0">
                  <a:schemeClr val="accent2"/>
                </a:fillRef>
                <a:effectRef idx="2">
                  <a:schemeClr val="accent2"/>
                </a:effectRef>
                <a:fontRef idx="minor">
                  <a:schemeClr val="tx1"/>
                </a:fontRef>
              </p:style>
            </p:cxnSp>
            <p:cxnSp>
              <p:nvCxnSpPr>
                <p:cNvPr id="139" name="直接连接符 138">
                  <a:extLst>
                    <a:ext uri="{FF2B5EF4-FFF2-40B4-BE49-F238E27FC236}">
                      <a16:creationId xmlns:a16="http://schemas.microsoft.com/office/drawing/2014/main" id="{7FEB7AA5-08D4-EE68-4E50-F65C0F5B8256}"/>
                    </a:ext>
                  </a:extLst>
                </p:cNvPr>
                <p:cNvCxnSpPr>
                  <a:cxnSpLocks/>
                </p:cNvCxnSpPr>
                <p:nvPr/>
              </p:nvCxnSpPr>
              <p:spPr>
                <a:xfrm flipV="1">
                  <a:off x="3683583" y="3404164"/>
                  <a:ext cx="1541574" cy="493860"/>
                </a:xfrm>
                <a:prstGeom prst="line">
                  <a:avLst/>
                </a:prstGeom>
                <a:ln>
                  <a:solidFill>
                    <a:srgbClr val="002060"/>
                  </a:solidFill>
                </a:ln>
              </p:spPr>
              <p:style>
                <a:lnRef idx="3">
                  <a:schemeClr val="accent2"/>
                </a:lnRef>
                <a:fillRef idx="0">
                  <a:schemeClr val="accent2"/>
                </a:fillRef>
                <a:effectRef idx="2">
                  <a:schemeClr val="accent2"/>
                </a:effectRef>
                <a:fontRef idx="minor">
                  <a:schemeClr val="tx1"/>
                </a:fontRef>
              </p:style>
            </p:cxnSp>
            <p:sp>
              <p:nvSpPr>
                <p:cNvPr id="2" name="文本框 1">
                  <a:extLst>
                    <a:ext uri="{FF2B5EF4-FFF2-40B4-BE49-F238E27FC236}">
                      <a16:creationId xmlns:a16="http://schemas.microsoft.com/office/drawing/2014/main" id="{84DF7BFC-E0B3-7AA6-5626-6BEB4F7155F8}"/>
                    </a:ext>
                  </a:extLst>
                </p:cNvPr>
                <p:cNvSpPr txBox="1"/>
                <p:nvPr/>
              </p:nvSpPr>
              <p:spPr>
                <a:xfrm>
                  <a:off x="4283811" y="4445372"/>
                  <a:ext cx="1128690" cy="297517"/>
                </a:xfrm>
                <a:prstGeom prst="rect">
                  <a:avLst/>
                </a:prstGeom>
                <a:noFill/>
              </p:spPr>
              <p:txBody>
                <a:bodyPr wrap="square" rtlCol="0">
                  <a:spAutoFit/>
                </a:bodyPr>
                <a:lstStyle/>
                <a:p>
                  <a:r>
                    <a:rPr lang="en-US" altLang="zh-CN" sz="2000" baseline="-25000" dirty="0">
                      <a:latin typeface="Times New Roman" panose="02020603050405020304" pitchFamily="18" charset="0"/>
                      <a:cs typeface="Times New Roman" panose="02020603050405020304" pitchFamily="18" charset="0"/>
                    </a:rPr>
                    <a:t>(c) </a:t>
                  </a:r>
                  <a:r>
                    <a:rPr lang="en-US" altLang="zh-CN" sz="2000" i="1" baseline="-25000" dirty="0" err="1">
                      <a:latin typeface="Times New Roman" panose="02020603050405020304" pitchFamily="18" charset="0"/>
                      <a:cs typeface="Times New Roman" panose="02020603050405020304" pitchFamily="18" charset="0"/>
                    </a:rPr>
                    <a:t>Otz</a:t>
                  </a:r>
                  <a:r>
                    <a:rPr lang="zh-CN" altLang="en-US" sz="2000" baseline="-25000" dirty="0">
                      <a:latin typeface="Times New Roman" panose="02020603050405020304" pitchFamily="18" charset="0"/>
                      <a:cs typeface="Times New Roman" panose="02020603050405020304" pitchFamily="18" charset="0"/>
                    </a:rPr>
                    <a:t>平面</a:t>
                  </a:r>
                </a:p>
              </p:txBody>
            </p:sp>
            <p:sp>
              <p:nvSpPr>
                <p:cNvPr id="8" name="文本框 7">
                  <a:extLst>
                    <a:ext uri="{FF2B5EF4-FFF2-40B4-BE49-F238E27FC236}">
                      <a16:creationId xmlns:a16="http://schemas.microsoft.com/office/drawing/2014/main" id="{8D882B35-BFFC-9D66-E33A-B1AABD278247}"/>
                    </a:ext>
                  </a:extLst>
                </p:cNvPr>
                <p:cNvSpPr txBox="1"/>
                <p:nvPr/>
              </p:nvSpPr>
              <p:spPr>
                <a:xfrm>
                  <a:off x="7250109" y="4443263"/>
                  <a:ext cx="1128690" cy="297517"/>
                </a:xfrm>
                <a:prstGeom prst="rect">
                  <a:avLst/>
                </a:prstGeom>
                <a:noFill/>
              </p:spPr>
              <p:txBody>
                <a:bodyPr wrap="square" rtlCol="0">
                  <a:spAutoFit/>
                </a:bodyPr>
                <a:lstStyle/>
                <a:p>
                  <a:r>
                    <a:rPr lang="en-US" altLang="zh-CN" sz="2000" baseline="-25000" dirty="0">
                      <a:latin typeface="Times New Roman" panose="02020603050405020304" pitchFamily="18" charset="0"/>
                      <a:cs typeface="Times New Roman" panose="02020603050405020304" pitchFamily="18" charset="0"/>
                    </a:rPr>
                    <a:t>(d) </a:t>
                  </a:r>
                  <a:r>
                    <a:rPr lang="en-US" altLang="zh-CN" sz="2000" i="1" baseline="-25000" dirty="0" err="1">
                      <a:latin typeface="Times New Roman" panose="02020603050405020304" pitchFamily="18" charset="0"/>
                      <a:cs typeface="Times New Roman" panose="02020603050405020304" pitchFamily="18" charset="0"/>
                    </a:rPr>
                    <a:t>Osz</a:t>
                  </a:r>
                  <a:r>
                    <a:rPr lang="zh-CN" altLang="en-US" sz="2000" baseline="-25000" dirty="0">
                      <a:latin typeface="Times New Roman" panose="02020603050405020304" pitchFamily="18" charset="0"/>
                      <a:cs typeface="Times New Roman" panose="02020603050405020304" pitchFamily="18" charset="0"/>
                    </a:rPr>
                    <a:t>平面</a:t>
                  </a:r>
                </a:p>
              </p:txBody>
            </p:sp>
            <p:cxnSp>
              <p:nvCxnSpPr>
                <p:cNvPr id="9" name="直接连接符 8">
                  <a:extLst>
                    <a:ext uri="{FF2B5EF4-FFF2-40B4-BE49-F238E27FC236}">
                      <a16:creationId xmlns:a16="http://schemas.microsoft.com/office/drawing/2014/main" id="{11A26EB2-DFEE-AFDE-9566-4C1A2B894B13}"/>
                    </a:ext>
                  </a:extLst>
                </p:cNvPr>
                <p:cNvCxnSpPr>
                  <a:cxnSpLocks/>
                </p:cNvCxnSpPr>
                <p:nvPr/>
              </p:nvCxnSpPr>
              <p:spPr>
                <a:xfrm>
                  <a:off x="6674527" y="2975474"/>
                  <a:ext cx="2167371" cy="930275"/>
                </a:xfrm>
                <a:prstGeom prst="line">
                  <a:avLst/>
                </a:prstGeom>
                <a:ln>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11" name="直接连接符 10">
                  <a:extLst>
                    <a:ext uri="{FF2B5EF4-FFF2-40B4-BE49-F238E27FC236}">
                      <a16:creationId xmlns:a16="http://schemas.microsoft.com/office/drawing/2014/main" id="{F541D75F-9727-F211-C6AC-156A5D4B0578}"/>
                    </a:ext>
                  </a:extLst>
                </p:cNvPr>
                <p:cNvCxnSpPr>
                  <a:cxnSpLocks/>
                </p:cNvCxnSpPr>
                <p:nvPr/>
              </p:nvCxnSpPr>
              <p:spPr>
                <a:xfrm>
                  <a:off x="7744922" y="2188769"/>
                  <a:ext cx="0" cy="2355358"/>
                </a:xfrm>
                <a:prstGeom prst="line">
                  <a:avLst/>
                </a:prstGeom>
                <a:ln>
                  <a:headEnd type="triangle" w="med" len="med"/>
                  <a:tailEnd type="none" w="med" len="med"/>
                </a:ln>
              </p:spPr>
              <p:style>
                <a:lnRef idx="3">
                  <a:schemeClr val="accent1"/>
                </a:lnRef>
                <a:fillRef idx="0">
                  <a:schemeClr val="accent1"/>
                </a:fillRef>
                <a:effectRef idx="2">
                  <a:schemeClr val="accent1"/>
                </a:effectRef>
                <a:fontRef idx="minor">
                  <a:schemeClr val="tx1"/>
                </a:fontRef>
              </p:style>
            </p:cxnSp>
            <p:sp>
              <p:nvSpPr>
                <p:cNvPr id="12" name="文本框 11">
                  <a:extLst>
                    <a:ext uri="{FF2B5EF4-FFF2-40B4-BE49-F238E27FC236}">
                      <a16:creationId xmlns:a16="http://schemas.microsoft.com/office/drawing/2014/main" id="{82ABBF38-EC60-9F4A-242D-0C449B00B99B}"/>
                    </a:ext>
                  </a:extLst>
                </p:cNvPr>
                <p:cNvSpPr txBox="1"/>
                <p:nvPr/>
              </p:nvSpPr>
              <p:spPr>
                <a:xfrm>
                  <a:off x="8771254" y="3721083"/>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s</a:t>
                  </a:r>
                  <a:endParaRPr lang="zh-CN" altLang="en-US" baseline="-250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0C33EB13-0CB0-700A-F925-01C2A849A916}"/>
                    </a:ext>
                  </a:extLst>
                </p:cNvPr>
                <p:cNvSpPr txBox="1"/>
                <p:nvPr/>
              </p:nvSpPr>
              <p:spPr>
                <a:xfrm>
                  <a:off x="7705584" y="1978173"/>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z</a:t>
                  </a:r>
                  <a:endParaRPr lang="zh-CN" altLang="en-US" baseline="-250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23567F62-2B0F-CAD3-7DD6-D93985A10065}"/>
                    </a:ext>
                  </a:extLst>
                </p:cNvPr>
                <p:cNvSpPr txBox="1"/>
                <p:nvPr/>
              </p:nvSpPr>
              <p:spPr>
                <a:xfrm>
                  <a:off x="7504234" y="3359666"/>
                  <a:ext cx="334228" cy="307777"/>
                </a:xfrm>
                <a:prstGeom prst="rect">
                  <a:avLst/>
                </a:prstGeom>
                <a:noFill/>
                <a:ln>
                  <a:noFill/>
                </a:ln>
              </p:spPr>
              <p:txBody>
                <a:bodyPr wrap="square" rtlCol="0">
                  <a:spAutoFit/>
                </a:bodyPr>
                <a:lstStyle/>
                <a:p>
                  <a:r>
                    <a:rPr lang="en-US" altLang="zh-CN" sz="1400" i="1" dirty="0">
                      <a:solidFill>
                        <a:srgbClr val="5B9BD5"/>
                      </a:solidFill>
                      <a:latin typeface="Times New Roman" panose="02020603050405020304" pitchFamily="18" charset="0"/>
                      <a:cs typeface="Times New Roman" panose="02020603050405020304" pitchFamily="18" charset="0"/>
                    </a:rPr>
                    <a:t>O</a:t>
                  </a:r>
                  <a:endParaRPr lang="zh-CN" altLang="en-US" sz="1400" i="1" baseline="-25000" dirty="0">
                    <a:solidFill>
                      <a:srgbClr val="5B9BD5"/>
                    </a:solidFill>
                    <a:latin typeface="Times New Roman" panose="02020603050405020304" pitchFamily="18" charset="0"/>
                    <a:cs typeface="Times New Roman" panose="02020603050405020304" pitchFamily="18" charset="0"/>
                  </a:endParaRPr>
                </a:p>
              </p:txBody>
            </p:sp>
            <p:cxnSp>
              <p:nvCxnSpPr>
                <p:cNvPr id="17" name="直接连接符 16">
                  <a:extLst>
                    <a:ext uri="{FF2B5EF4-FFF2-40B4-BE49-F238E27FC236}">
                      <a16:creationId xmlns:a16="http://schemas.microsoft.com/office/drawing/2014/main" id="{6108CF24-AED2-A148-33B4-24203F2687FC}"/>
                    </a:ext>
                  </a:extLst>
                </p:cNvPr>
                <p:cNvCxnSpPr>
                  <a:cxnSpLocks/>
                </p:cNvCxnSpPr>
                <p:nvPr/>
              </p:nvCxnSpPr>
              <p:spPr>
                <a:xfrm flipV="1">
                  <a:off x="6196170" y="3428124"/>
                  <a:ext cx="1548752" cy="25150"/>
                </a:xfrm>
                <a:prstGeom prst="line">
                  <a:avLst/>
                </a:prstGeom>
                <a:ln>
                  <a:solidFill>
                    <a:srgbClr val="00B050"/>
                  </a:solidFill>
                  <a:headEnd type="oval" w="med" len="med"/>
                  <a:tailEnd type="oval" w="med" len="med"/>
                </a:ln>
              </p:spPr>
              <p:style>
                <a:lnRef idx="3">
                  <a:schemeClr val="accent1"/>
                </a:lnRef>
                <a:fillRef idx="0">
                  <a:schemeClr val="accent1"/>
                </a:fillRef>
                <a:effectRef idx="2">
                  <a:schemeClr val="accent1"/>
                </a:effectRef>
                <a:fontRef idx="minor">
                  <a:schemeClr val="tx1"/>
                </a:fontRef>
              </p:style>
            </p:cxnSp>
            <p:sp>
              <p:nvSpPr>
                <p:cNvPr id="22" name="文本框 21">
                  <a:extLst>
                    <a:ext uri="{FF2B5EF4-FFF2-40B4-BE49-F238E27FC236}">
                      <a16:creationId xmlns:a16="http://schemas.microsoft.com/office/drawing/2014/main" id="{F5FD89C4-1507-4465-0D0D-CB8E7EADF6E2}"/>
                    </a:ext>
                  </a:extLst>
                </p:cNvPr>
                <p:cNvSpPr txBox="1"/>
                <p:nvPr/>
              </p:nvSpPr>
              <p:spPr>
                <a:xfrm>
                  <a:off x="6047822" y="3407726"/>
                  <a:ext cx="457022" cy="338554"/>
                </a:xfrm>
                <a:prstGeom prst="rect">
                  <a:avLst/>
                </a:prstGeom>
                <a:noFill/>
              </p:spPr>
              <p:txBody>
                <a:bodyPr wrap="square" rtlCol="0">
                  <a:spAutoFit/>
                </a:bodyPr>
                <a:lstStyle/>
                <a:p>
                  <a:r>
                    <a:rPr lang="en-US" altLang="zh-CN" sz="1600" i="1" dirty="0">
                      <a:latin typeface="Times New Roman" panose="02020603050405020304" pitchFamily="18" charset="0"/>
                      <a:cs typeface="Times New Roman" panose="02020603050405020304" pitchFamily="18" charset="0"/>
                    </a:rPr>
                    <a:t>S</a:t>
                  </a:r>
                  <a:r>
                    <a:rPr lang="en-US" altLang="zh-CN" sz="1600" i="1" baseline="-25000" dirty="0">
                      <a:latin typeface="Times New Roman" panose="02020603050405020304" pitchFamily="18" charset="0"/>
                      <a:cs typeface="Times New Roman" panose="02020603050405020304" pitchFamily="18" charset="0"/>
                    </a:rPr>
                    <a:t>o</a:t>
                  </a:r>
                  <a:endParaRPr lang="zh-CN" altLang="en-US" sz="1600" i="1" baseline="-25000" dirty="0">
                    <a:latin typeface="Times New Roman" panose="02020603050405020304" pitchFamily="18" charset="0"/>
                    <a:cs typeface="Times New Roman" panose="02020603050405020304" pitchFamily="18" charset="0"/>
                  </a:endParaRPr>
                </a:p>
              </p:txBody>
            </p:sp>
            <p:cxnSp>
              <p:nvCxnSpPr>
                <p:cNvPr id="23" name="直接连接符 22">
                  <a:extLst>
                    <a:ext uri="{FF2B5EF4-FFF2-40B4-BE49-F238E27FC236}">
                      <a16:creationId xmlns:a16="http://schemas.microsoft.com/office/drawing/2014/main" id="{D38205EB-5B21-3560-2E53-F4C0A501CA94}"/>
                    </a:ext>
                  </a:extLst>
                </p:cNvPr>
                <p:cNvCxnSpPr>
                  <a:cxnSpLocks/>
                </p:cNvCxnSpPr>
                <p:nvPr/>
              </p:nvCxnSpPr>
              <p:spPr>
                <a:xfrm flipV="1">
                  <a:off x="7756189" y="2897959"/>
                  <a:ext cx="673029" cy="530165"/>
                </a:xfrm>
                <a:prstGeom prst="line">
                  <a:avLst/>
                </a:prstGeom>
                <a:ln>
                  <a:headEnd type="none" w="med" len="med"/>
                  <a:tailEnd type="triangle" w="med" len="med"/>
                </a:ln>
              </p:spPr>
              <p:style>
                <a:lnRef idx="3">
                  <a:schemeClr val="accent1"/>
                </a:lnRef>
                <a:fillRef idx="0">
                  <a:schemeClr val="accent1"/>
                </a:fillRef>
                <a:effectRef idx="2">
                  <a:schemeClr val="accent1"/>
                </a:effectRef>
                <a:fontRef idx="minor">
                  <a:schemeClr val="tx1"/>
                </a:fontRef>
              </p:style>
            </p:cxnSp>
            <p:graphicFrame>
              <p:nvGraphicFramePr>
                <p:cNvPr id="26" name="对象 25">
                  <a:extLst>
                    <a:ext uri="{FF2B5EF4-FFF2-40B4-BE49-F238E27FC236}">
                      <a16:creationId xmlns:a16="http://schemas.microsoft.com/office/drawing/2014/main" id="{79EC3194-C235-7A59-A015-744400201F19}"/>
                    </a:ext>
                  </a:extLst>
                </p:cNvPr>
                <p:cNvGraphicFramePr>
                  <a:graphicFrameLocks noChangeAspect="1"/>
                </p:cNvGraphicFramePr>
                <p:nvPr>
                  <p:extLst>
                    <p:ext uri="{D42A27DB-BD31-4B8C-83A1-F6EECF244321}">
                      <p14:modId xmlns:p14="http://schemas.microsoft.com/office/powerpoint/2010/main" val="1039675308"/>
                    </p:ext>
                  </p:extLst>
                </p:nvPr>
              </p:nvGraphicFramePr>
              <p:xfrm>
                <a:off x="8418513" y="2776538"/>
                <a:ext cx="317500" cy="261937"/>
              </p:xfrm>
              <a:graphic>
                <a:graphicData uri="http://schemas.openxmlformats.org/presentationml/2006/ole">
                  <mc:AlternateContent xmlns:mc="http://schemas.openxmlformats.org/markup-compatibility/2006">
                    <mc:Choice xmlns:v="urn:schemas-microsoft-com:vml" Requires="v">
                      <p:oleObj name="Equation" r:id="rId10" imgW="279360" imgH="228600" progId="Equation.DSMT4">
                        <p:embed/>
                      </p:oleObj>
                    </mc:Choice>
                    <mc:Fallback>
                      <p:oleObj name="Equation" r:id="rId10" imgW="279360" imgH="228600" progId="Equation.DSMT4">
                        <p:embed/>
                        <p:pic>
                          <p:nvPicPr>
                            <p:cNvPr id="130" name="对象 129">
                              <a:extLst>
                                <a:ext uri="{FF2B5EF4-FFF2-40B4-BE49-F238E27FC236}">
                                  <a16:creationId xmlns:a16="http://schemas.microsoft.com/office/drawing/2014/main" id="{D0CC5AF3-B505-9638-8919-74E4D7C6337D}"/>
                                </a:ext>
                              </a:extLst>
                            </p:cNvPr>
                            <p:cNvPicPr/>
                            <p:nvPr/>
                          </p:nvPicPr>
                          <p:blipFill>
                            <a:blip r:embed="rId11"/>
                            <a:stretch>
                              <a:fillRect/>
                            </a:stretch>
                          </p:blipFill>
                          <p:spPr>
                            <a:xfrm>
                              <a:off x="8418513" y="2776538"/>
                              <a:ext cx="317500" cy="261937"/>
                            </a:xfrm>
                            <a:prstGeom prst="rect">
                              <a:avLst/>
                            </a:prstGeom>
                          </p:spPr>
                        </p:pic>
                      </p:oleObj>
                    </mc:Fallback>
                  </mc:AlternateContent>
                </a:graphicData>
              </a:graphic>
            </p:graphicFrame>
            <p:cxnSp>
              <p:nvCxnSpPr>
                <p:cNvPr id="27" name="直接连接符 26">
                  <a:extLst>
                    <a:ext uri="{FF2B5EF4-FFF2-40B4-BE49-F238E27FC236}">
                      <a16:creationId xmlns:a16="http://schemas.microsoft.com/office/drawing/2014/main" id="{06F8A529-95FC-4A50-9277-0EC99A3CA9DF}"/>
                    </a:ext>
                  </a:extLst>
                </p:cNvPr>
                <p:cNvCxnSpPr>
                  <a:cxnSpLocks/>
                </p:cNvCxnSpPr>
                <p:nvPr/>
              </p:nvCxnSpPr>
              <p:spPr>
                <a:xfrm>
                  <a:off x="7745484" y="2608441"/>
                  <a:ext cx="673029" cy="288567"/>
                </a:xfrm>
                <a:prstGeom prst="line">
                  <a:avLst/>
                </a:prstGeom>
                <a:ln w="9525">
                  <a:solidFill>
                    <a:srgbClr val="0070C0"/>
                  </a:solidFill>
                  <a:prstDash val="sysDash"/>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30" name="直接连接符 29">
                  <a:extLst>
                    <a:ext uri="{FF2B5EF4-FFF2-40B4-BE49-F238E27FC236}">
                      <a16:creationId xmlns:a16="http://schemas.microsoft.com/office/drawing/2014/main" id="{4AACA436-2D40-F639-559A-F5F45C2FF0A9}"/>
                    </a:ext>
                  </a:extLst>
                </p:cNvPr>
                <p:cNvCxnSpPr>
                  <a:cxnSpLocks/>
                </p:cNvCxnSpPr>
                <p:nvPr/>
              </p:nvCxnSpPr>
              <p:spPr>
                <a:xfrm flipV="1">
                  <a:off x="8405207" y="2907506"/>
                  <a:ext cx="13306" cy="813577"/>
                </a:xfrm>
                <a:prstGeom prst="line">
                  <a:avLst/>
                </a:prstGeom>
                <a:ln w="9525">
                  <a:solidFill>
                    <a:srgbClr val="0070C0"/>
                  </a:solidFill>
                  <a:prstDash val="sysDash"/>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34" name="直接连接符 33">
                  <a:extLst>
                    <a:ext uri="{FF2B5EF4-FFF2-40B4-BE49-F238E27FC236}">
                      <a16:creationId xmlns:a16="http://schemas.microsoft.com/office/drawing/2014/main" id="{D90B3C6F-5D13-1D76-B4F9-87BB73FDB695}"/>
                    </a:ext>
                  </a:extLst>
                </p:cNvPr>
                <p:cNvCxnSpPr>
                  <a:cxnSpLocks/>
                  <a:endCxn id="26" idx="1"/>
                </p:cNvCxnSpPr>
                <p:nvPr/>
              </p:nvCxnSpPr>
              <p:spPr>
                <a:xfrm flipV="1">
                  <a:off x="6192082" y="2907506"/>
                  <a:ext cx="2226431" cy="552905"/>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graphicFrame>
              <p:nvGraphicFramePr>
                <p:cNvPr id="38" name="对象 37">
                  <a:extLst>
                    <a:ext uri="{FF2B5EF4-FFF2-40B4-BE49-F238E27FC236}">
                      <a16:creationId xmlns:a16="http://schemas.microsoft.com/office/drawing/2014/main" id="{30695199-12D3-21EF-7621-B298B071CF36}"/>
                    </a:ext>
                  </a:extLst>
                </p:cNvPr>
                <p:cNvGraphicFramePr>
                  <a:graphicFrameLocks noChangeAspect="1"/>
                </p:cNvGraphicFramePr>
                <p:nvPr>
                  <p:extLst>
                    <p:ext uri="{D42A27DB-BD31-4B8C-83A1-F6EECF244321}">
                      <p14:modId xmlns:p14="http://schemas.microsoft.com/office/powerpoint/2010/main" val="3321249766"/>
                    </p:ext>
                  </p:extLst>
                </p:nvPr>
              </p:nvGraphicFramePr>
              <p:xfrm>
                <a:off x="5331560" y="4900506"/>
                <a:ext cx="3640138" cy="1400175"/>
              </p:xfrm>
              <a:graphic>
                <a:graphicData uri="http://schemas.openxmlformats.org/presentationml/2006/ole">
                  <mc:AlternateContent xmlns:mc="http://schemas.openxmlformats.org/markup-compatibility/2006">
                    <mc:Choice xmlns:v="urn:schemas-microsoft-com:vml" Requires="v">
                      <p:oleObj name="Equation" r:id="rId12" imgW="2184120" imgH="838080" progId="Equation.DSMT4">
                        <p:embed/>
                      </p:oleObj>
                    </mc:Choice>
                    <mc:Fallback>
                      <p:oleObj name="Equation" r:id="rId12" imgW="2184120" imgH="838080" progId="Equation.DSMT4">
                        <p:embed/>
                        <p:pic>
                          <p:nvPicPr>
                            <p:cNvPr id="36" name="对象 35">
                              <a:extLst>
                                <a:ext uri="{FF2B5EF4-FFF2-40B4-BE49-F238E27FC236}">
                                  <a16:creationId xmlns:a16="http://schemas.microsoft.com/office/drawing/2014/main" id="{BD5C232D-011B-E797-5E89-71FB24488C23}"/>
                                </a:ext>
                              </a:extLst>
                            </p:cNvPr>
                            <p:cNvPicPr/>
                            <p:nvPr/>
                          </p:nvPicPr>
                          <p:blipFill>
                            <a:blip r:embed="rId13"/>
                            <a:stretch>
                              <a:fillRect/>
                            </a:stretch>
                          </p:blipFill>
                          <p:spPr>
                            <a:xfrm>
                              <a:off x="5331560" y="4900506"/>
                              <a:ext cx="3640138" cy="1400175"/>
                            </a:xfrm>
                            <a:prstGeom prst="rect">
                              <a:avLst/>
                            </a:prstGeom>
                          </p:spPr>
                        </p:pic>
                      </p:oleObj>
                    </mc:Fallback>
                  </mc:AlternateContent>
                </a:graphicData>
              </a:graphic>
            </p:graphicFrame>
            <p:cxnSp>
              <p:nvCxnSpPr>
                <p:cNvPr id="39" name="直接连接符 38">
                  <a:extLst>
                    <a:ext uri="{FF2B5EF4-FFF2-40B4-BE49-F238E27FC236}">
                      <a16:creationId xmlns:a16="http://schemas.microsoft.com/office/drawing/2014/main" id="{C4A42965-6ED0-D81C-FC6A-132A16F1197D}"/>
                    </a:ext>
                  </a:extLst>
                </p:cNvPr>
                <p:cNvCxnSpPr>
                  <a:cxnSpLocks/>
                </p:cNvCxnSpPr>
                <p:nvPr/>
              </p:nvCxnSpPr>
              <p:spPr>
                <a:xfrm>
                  <a:off x="6196170" y="3462475"/>
                  <a:ext cx="2209037" cy="258608"/>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sp>
              <p:nvSpPr>
                <p:cNvPr id="42" name="文本框 41">
                  <a:extLst>
                    <a:ext uri="{FF2B5EF4-FFF2-40B4-BE49-F238E27FC236}">
                      <a16:creationId xmlns:a16="http://schemas.microsoft.com/office/drawing/2014/main" id="{8915284A-1EBB-D6A4-FBBC-76937C709C7A}"/>
                    </a:ext>
                  </a:extLst>
                </p:cNvPr>
                <p:cNvSpPr txBox="1"/>
                <p:nvPr/>
              </p:nvSpPr>
              <p:spPr>
                <a:xfrm>
                  <a:off x="8354652" y="3507347"/>
                  <a:ext cx="334228" cy="307777"/>
                </a:xfrm>
                <a:prstGeom prst="rect">
                  <a:avLst/>
                </a:prstGeom>
                <a:noFill/>
                <a:ln>
                  <a:noFill/>
                </a:ln>
              </p:spPr>
              <p:txBody>
                <a:bodyPr wrap="square" rtlCol="0">
                  <a:spAutoFit/>
                </a:bodyPr>
                <a:lstStyle/>
                <a:p>
                  <a:r>
                    <a:rPr lang="en-US" altLang="zh-CN" sz="1400" i="1" dirty="0">
                      <a:solidFill>
                        <a:srgbClr val="5B9BD5"/>
                      </a:solidFill>
                      <a:latin typeface="Times New Roman" panose="02020603050405020304" pitchFamily="18" charset="0"/>
                      <a:cs typeface="Times New Roman" panose="02020603050405020304" pitchFamily="18" charset="0"/>
                    </a:rPr>
                    <a:t>Q</a:t>
                  </a:r>
                  <a:endParaRPr lang="zh-CN" altLang="en-US" sz="1400" i="1" baseline="-25000" dirty="0">
                    <a:solidFill>
                      <a:srgbClr val="5B9BD5"/>
                    </a:solidFill>
                    <a:latin typeface="Times New Roman" panose="02020603050405020304" pitchFamily="18" charset="0"/>
                    <a:cs typeface="Times New Roman" panose="02020603050405020304" pitchFamily="18" charset="0"/>
                  </a:endParaRPr>
                </a:p>
              </p:txBody>
            </p:sp>
            <p:cxnSp>
              <p:nvCxnSpPr>
                <p:cNvPr id="47" name="连接符: 曲线 46">
                  <a:extLst>
                    <a:ext uri="{FF2B5EF4-FFF2-40B4-BE49-F238E27FC236}">
                      <a16:creationId xmlns:a16="http://schemas.microsoft.com/office/drawing/2014/main" id="{EA3DF377-3B78-C5B2-C3A6-1EF5306181D6}"/>
                    </a:ext>
                  </a:extLst>
                </p:cNvPr>
                <p:cNvCxnSpPr>
                  <a:cxnSpLocks/>
                </p:cNvCxnSpPr>
                <p:nvPr/>
              </p:nvCxnSpPr>
              <p:spPr>
                <a:xfrm rot="5400000" flipH="1" flipV="1">
                  <a:off x="5355189" y="4006564"/>
                  <a:ext cx="1760326" cy="704047"/>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弧形 47">
                  <a:extLst>
                    <a:ext uri="{FF2B5EF4-FFF2-40B4-BE49-F238E27FC236}">
                      <a16:creationId xmlns:a16="http://schemas.microsoft.com/office/drawing/2014/main" id="{E6661E3E-FF27-BAC6-8287-74A44A9285B6}"/>
                    </a:ext>
                  </a:extLst>
                </p:cNvPr>
                <p:cNvSpPr/>
                <p:nvPr/>
              </p:nvSpPr>
              <p:spPr>
                <a:xfrm rot="7382125">
                  <a:off x="6425501" y="3366974"/>
                  <a:ext cx="261597" cy="73090"/>
                </a:xfrm>
                <a:prstGeom prst="arc">
                  <a:avLst>
                    <a:gd name="adj1" fmla="val 18696814"/>
                    <a:gd name="adj2" fmla="val 20926179"/>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52" name="弧形 51">
                  <a:extLst>
                    <a:ext uri="{FF2B5EF4-FFF2-40B4-BE49-F238E27FC236}">
                      <a16:creationId xmlns:a16="http://schemas.microsoft.com/office/drawing/2014/main" id="{B2740383-5E90-D739-2B60-9E9F349D6C26}"/>
                    </a:ext>
                  </a:extLst>
                </p:cNvPr>
                <p:cNvSpPr/>
                <p:nvPr/>
              </p:nvSpPr>
              <p:spPr>
                <a:xfrm rot="5803424">
                  <a:off x="6415672" y="2950303"/>
                  <a:ext cx="946770" cy="320414"/>
                </a:xfrm>
                <a:prstGeom prst="arc">
                  <a:avLst>
                    <a:gd name="adj1" fmla="val 18696814"/>
                    <a:gd name="adj2" fmla="val 21230449"/>
                  </a:avLst>
                </a:prstGeom>
                <a:ln>
                  <a:solidFill>
                    <a:schemeClr val="tx1"/>
                  </a:solidFill>
                  <a:prstDash val="sysDot"/>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cxnSp>
              <p:nvCxnSpPr>
                <p:cNvPr id="53" name="连接符: 曲线 52">
                  <a:extLst>
                    <a:ext uri="{FF2B5EF4-FFF2-40B4-BE49-F238E27FC236}">
                      <a16:creationId xmlns:a16="http://schemas.microsoft.com/office/drawing/2014/main" id="{2BD9EFA6-4B8A-65B7-62E1-7A8C8A4CC9B5}"/>
                    </a:ext>
                  </a:extLst>
                </p:cNvPr>
                <p:cNvCxnSpPr>
                  <a:cxnSpLocks/>
                </p:cNvCxnSpPr>
                <p:nvPr/>
              </p:nvCxnSpPr>
              <p:spPr>
                <a:xfrm rot="16200000" flipV="1">
                  <a:off x="6316355" y="4087216"/>
                  <a:ext cx="1836353" cy="329422"/>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56" name="文本框 55">
                  <a:extLst>
                    <a:ext uri="{FF2B5EF4-FFF2-40B4-BE49-F238E27FC236}">
                      <a16:creationId xmlns:a16="http://schemas.microsoft.com/office/drawing/2014/main" id="{21501A86-678C-BAE1-2ACA-DAD5081BA6EA}"/>
                    </a:ext>
                  </a:extLst>
                </p:cNvPr>
                <p:cNvSpPr txBox="1"/>
                <p:nvPr/>
              </p:nvSpPr>
              <p:spPr>
                <a:xfrm>
                  <a:off x="6203433" y="3911171"/>
                  <a:ext cx="633269" cy="297517"/>
                </a:xfrm>
                <a:prstGeom prst="rect">
                  <a:avLst/>
                </a:prstGeom>
                <a:noFill/>
              </p:spPr>
              <p:txBody>
                <a:bodyPr wrap="square" rtlCol="0">
                  <a:spAutoFit/>
                </a:bodyPr>
                <a:lstStyle/>
                <a:p>
                  <a:r>
                    <a:rPr lang="zh-CN" altLang="en-US" sz="2000" baseline="-25000" dirty="0">
                      <a:latin typeface="Times New Roman" panose="02020603050405020304" pitchFamily="18" charset="0"/>
                      <a:cs typeface="Times New Roman" panose="02020603050405020304" pitchFamily="18" charset="0"/>
                    </a:rPr>
                    <a:t>扇角 </a:t>
                  </a:r>
                  <a:r>
                    <a:rPr lang="en-US" altLang="zh-CN" sz="2000" i="1" baseline="-25000" dirty="0">
                      <a:latin typeface="Times New Roman" panose="02020603050405020304" pitchFamily="18" charset="0"/>
                      <a:cs typeface="Times New Roman" panose="02020603050405020304" pitchFamily="18" charset="0"/>
                    </a:rPr>
                    <a:t>γ</a:t>
                  </a:r>
                  <a:endParaRPr lang="zh-CN" altLang="en-US" sz="2000" i="1" baseline="-25000" dirty="0">
                    <a:latin typeface="Times New Roman" panose="02020603050405020304" pitchFamily="18" charset="0"/>
                    <a:cs typeface="Times New Roman" panose="02020603050405020304" pitchFamily="18" charset="0"/>
                  </a:endParaRPr>
                </a:p>
              </p:txBody>
            </p:sp>
            <p:sp>
              <p:nvSpPr>
                <p:cNvPr id="57" name="文本框 56">
                  <a:extLst>
                    <a:ext uri="{FF2B5EF4-FFF2-40B4-BE49-F238E27FC236}">
                      <a16:creationId xmlns:a16="http://schemas.microsoft.com/office/drawing/2014/main" id="{FFCC90C6-3D69-65A9-315E-0734CD6863C3}"/>
                    </a:ext>
                  </a:extLst>
                </p:cNvPr>
                <p:cNvSpPr txBox="1"/>
                <p:nvPr/>
              </p:nvSpPr>
              <p:spPr>
                <a:xfrm>
                  <a:off x="6889057" y="3892203"/>
                  <a:ext cx="663957" cy="297517"/>
                </a:xfrm>
                <a:prstGeom prst="rect">
                  <a:avLst/>
                </a:prstGeom>
                <a:noFill/>
              </p:spPr>
              <p:txBody>
                <a:bodyPr wrap="square" rtlCol="0">
                  <a:spAutoFit/>
                </a:bodyPr>
                <a:lstStyle/>
                <a:p>
                  <a:r>
                    <a:rPr lang="zh-CN" altLang="en-US" sz="2000" baseline="-25000" dirty="0">
                      <a:latin typeface="Times New Roman" panose="02020603050405020304" pitchFamily="18" charset="0"/>
                      <a:cs typeface="Times New Roman" panose="02020603050405020304" pitchFamily="18" charset="0"/>
                    </a:rPr>
                    <a:t>锥角 </a:t>
                  </a:r>
                  <a:r>
                    <a:rPr lang="en-US" altLang="zh-CN" sz="2000" i="1" baseline="-25000" dirty="0">
                      <a:latin typeface="Times New Roman" panose="02020603050405020304" pitchFamily="18" charset="0"/>
                      <a:cs typeface="Times New Roman" panose="02020603050405020304" pitchFamily="18" charset="0"/>
                    </a:rPr>
                    <a:t>k</a:t>
                  </a:r>
                  <a:endParaRPr lang="zh-CN" altLang="en-US" sz="2000" i="1" baseline="-25000" dirty="0">
                    <a:latin typeface="Times New Roman" panose="02020603050405020304" pitchFamily="18" charset="0"/>
                    <a:cs typeface="Times New Roman" panose="02020603050405020304" pitchFamily="18" charset="0"/>
                  </a:endParaRPr>
                </a:p>
              </p:txBody>
            </p:sp>
            <p:graphicFrame>
              <p:nvGraphicFramePr>
                <p:cNvPr id="58" name="对象 57">
                  <a:extLst>
                    <a:ext uri="{FF2B5EF4-FFF2-40B4-BE49-F238E27FC236}">
                      <a16:creationId xmlns:a16="http://schemas.microsoft.com/office/drawing/2014/main" id="{4CD5AF74-2DBC-0E63-5BD6-5CA3C6AEC911}"/>
                    </a:ext>
                  </a:extLst>
                </p:cNvPr>
                <p:cNvGraphicFramePr>
                  <a:graphicFrameLocks noChangeAspect="1"/>
                </p:cNvGraphicFramePr>
                <p:nvPr>
                  <p:extLst>
                    <p:ext uri="{D42A27DB-BD31-4B8C-83A1-F6EECF244321}">
                      <p14:modId xmlns:p14="http://schemas.microsoft.com/office/powerpoint/2010/main" val="3352174660"/>
                    </p:ext>
                  </p:extLst>
                </p:nvPr>
              </p:nvGraphicFramePr>
              <p:xfrm>
                <a:off x="1449470" y="5038430"/>
                <a:ext cx="3863291" cy="928577"/>
              </p:xfrm>
              <a:graphic>
                <a:graphicData uri="http://schemas.openxmlformats.org/presentationml/2006/ole">
                  <mc:AlternateContent xmlns:mc="http://schemas.openxmlformats.org/markup-compatibility/2006">
                    <mc:Choice xmlns:v="urn:schemas-microsoft-com:vml" Requires="v">
                      <p:oleObj name="Equation" r:id="rId14" imgW="1803240" imgH="431640" progId="Equation.DSMT4">
                        <p:embed/>
                      </p:oleObj>
                    </mc:Choice>
                    <mc:Fallback>
                      <p:oleObj name="Equation" r:id="rId14" imgW="1803240" imgH="431640" progId="Equation.DSMT4">
                        <p:embed/>
                        <p:pic>
                          <p:nvPicPr>
                            <p:cNvPr id="38" name="对象 37">
                              <a:extLst>
                                <a:ext uri="{FF2B5EF4-FFF2-40B4-BE49-F238E27FC236}">
                                  <a16:creationId xmlns:a16="http://schemas.microsoft.com/office/drawing/2014/main" id="{30695199-12D3-21EF-7621-B298B071CF36}"/>
                                </a:ext>
                              </a:extLst>
                            </p:cNvPr>
                            <p:cNvPicPr/>
                            <p:nvPr/>
                          </p:nvPicPr>
                          <p:blipFill>
                            <a:blip r:embed="rId15"/>
                            <a:stretch>
                              <a:fillRect/>
                            </a:stretch>
                          </p:blipFill>
                          <p:spPr>
                            <a:xfrm>
                              <a:off x="1449470" y="5038430"/>
                              <a:ext cx="3863291" cy="928577"/>
                            </a:xfrm>
                            <a:prstGeom prst="rect">
                              <a:avLst/>
                            </a:prstGeom>
                          </p:spPr>
                        </p:pic>
                      </p:oleObj>
                    </mc:Fallback>
                  </mc:AlternateContent>
                </a:graphicData>
              </a:graphic>
            </p:graphicFrame>
            <p:sp>
              <p:nvSpPr>
                <p:cNvPr id="79" name="文本框 78">
                  <a:extLst>
                    <a:ext uri="{FF2B5EF4-FFF2-40B4-BE49-F238E27FC236}">
                      <a16:creationId xmlns:a16="http://schemas.microsoft.com/office/drawing/2014/main" id="{D6F300BF-D982-7A82-CBF0-620C7FA62FF1}"/>
                    </a:ext>
                  </a:extLst>
                </p:cNvPr>
                <p:cNvSpPr txBox="1"/>
                <p:nvPr/>
              </p:nvSpPr>
              <p:spPr>
                <a:xfrm>
                  <a:off x="2327202" y="3787409"/>
                  <a:ext cx="201605" cy="276999"/>
                </a:xfrm>
                <a:prstGeom prst="rect">
                  <a:avLst/>
                </a:prstGeom>
                <a:noFill/>
              </p:spPr>
              <p:txBody>
                <a:bodyPr wrap="square" rtlCol="0">
                  <a:spAutoFit/>
                </a:bodyPr>
                <a:lstStyle/>
                <a:p>
                  <a:pPr algn="ctr"/>
                  <a:r>
                    <a:rPr lang="en-US" altLang="zh-CN" i="1" baseline="-25000" dirty="0">
                      <a:latin typeface="Times New Roman" panose="02020603050405020304" pitchFamily="18" charset="0"/>
                      <a:cs typeface="Times New Roman" panose="02020603050405020304" pitchFamily="18" charset="0"/>
                    </a:rPr>
                    <a:t>F</a:t>
                  </a:r>
                  <a:endParaRPr lang="zh-CN" altLang="en-US" baseline="-25000" dirty="0">
                    <a:latin typeface="Times New Roman" panose="02020603050405020304" pitchFamily="18" charset="0"/>
                    <a:cs typeface="Times New Roman" panose="02020603050405020304" pitchFamily="18" charset="0"/>
                  </a:endParaRPr>
                </a:p>
              </p:txBody>
            </p:sp>
            <p:sp>
              <p:nvSpPr>
                <p:cNvPr id="82" name="文本框 81">
                  <a:extLst>
                    <a:ext uri="{FF2B5EF4-FFF2-40B4-BE49-F238E27FC236}">
                      <a16:creationId xmlns:a16="http://schemas.microsoft.com/office/drawing/2014/main" id="{B0BC32B9-634F-F800-21F7-DA36E28EAB41}"/>
                    </a:ext>
                  </a:extLst>
                </p:cNvPr>
                <p:cNvSpPr txBox="1"/>
                <p:nvPr/>
              </p:nvSpPr>
              <p:spPr>
                <a:xfrm>
                  <a:off x="4626244" y="3254164"/>
                  <a:ext cx="201605" cy="276999"/>
                </a:xfrm>
                <a:prstGeom prst="rect">
                  <a:avLst/>
                </a:prstGeom>
                <a:noFill/>
              </p:spPr>
              <p:txBody>
                <a:bodyPr wrap="square" rtlCol="0">
                  <a:spAutoFit/>
                </a:bodyPr>
                <a:lstStyle/>
                <a:p>
                  <a:pPr algn="ctr"/>
                  <a:r>
                    <a:rPr lang="en-US" altLang="zh-CN" i="1" baseline="-25000" dirty="0">
                      <a:latin typeface="Times New Roman" panose="02020603050405020304" pitchFamily="18" charset="0"/>
                      <a:cs typeface="Times New Roman" panose="02020603050405020304" pitchFamily="18" charset="0"/>
                    </a:rPr>
                    <a:t>K</a:t>
                  </a:r>
                  <a:endParaRPr lang="zh-CN" altLang="en-US" baseline="-25000" dirty="0">
                    <a:latin typeface="Times New Roman" panose="02020603050405020304" pitchFamily="18" charset="0"/>
                    <a:cs typeface="Times New Roman" panose="02020603050405020304" pitchFamily="18" charset="0"/>
                  </a:endParaRPr>
                </a:p>
              </p:txBody>
            </p:sp>
          </p:grpSp>
          <p:sp>
            <p:nvSpPr>
              <p:cNvPr id="80" name="椭圆 79">
                <a:extLst>
                  <a:ext uri="{FF2B5EF4-FFF2-40B4-BE49-F238E27FC236}">
                    <a16:creationId xmlns:a16="http://schemas.microsoft.com/office/drawing/2014/main" id="{C4D9083D-F38A-EBE7-C6C0-551BC86EBEDC}"/>
                  </a:ext>
                </a:extLst>
              </p:cNvPr>
              <p:cNvSpPr/>
              <p:nvPr/>
            </p:nvSpPr>
            <p:spPr>
              <a:xfrm>
                <a:off x="2262621" y="3878938"/>
                <a:ext cx="79200" cy="7730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2225F46D-4174-6540-266A-FB804C51F26F}"/>
                  </a:ext>
                </a:extLst>
              </p:cNvPr>
              <p:cNvSpPr/>
              <p:nvPr/>
            </p:nvSpPr>
            <p:spPr>
              <a:xfrm>
                <a:off x="4801772" y="3478431"/>
                <a:ext cx="79200" cy="7730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5" name="对象 4">
              <a:extLst>
                <a:ext uri="{FF2B5EF4-FFF2-40B4-BE49-F238E27FC236}">
                  <a16:creationId xmlns:a16="http://schemas.microsoft.com/office/drawing/2014/main" id="{7F1B50E9-6C5B-649D-8576-8DBBC17E8605}"/>
                </a:ext>
              </a:extLst>
            </p:cNvPr>
            <p:cNvGraphicFramePr>
              <a:graphicFrameLocks noChangeAspect="1"/>
            </p:cNvGraphicFramePr>
            <p:nvPr>
              <p:extLst>
                <p:ext uri="{D42A27DB-BD31-4B8C-83A1-F6EECF244321}">
                  <p14:modId xmlns:p14="http://schemas.microsoft.com/office/powerpoint/2010/main" val="2032961312"/>
                </p:ext>
              </p:extLst>
            </p:nvPr>
          </p:nvGraphicFramePr>
          <p:xfrm>
            <a:off x="1371600" y="414338"/>
            <a:ext cx="1663700" cy="457200"/>
          </p:xfrm>
          <a:graphic>
            <a:graphicData uri="http://schemas.openxmlformats.org/presentationml/2006/ole">
              <mc:AlternateContent xmlns:mc="http://schemas.openxmlformats.org/markup-compatibility/2006">
                <mc:Choice xmlns:v="urn:schemas-microsoft-com:vml" Requires="v">
                  <p:oleObj name="Equation" r:id="rId16" imgW="1663560" imgH="457200" progId="Equation.DSMT4">
                    <p:embed/>
                  </p:oleObj>
                </mc:Choice>
                <mc:Fallback>
                  <p:oleObj name="Equation" r:id="rId16" imgW="1663560" imgH="457200" progId="Equation.DSMT4">
                    <p:embed/>
                    <p:pic>
                      <p:nvPicPr>
                        <p:cNvPr id="0" name=""/>
                        <p:cNvPicPr/>
                        <p:nvPr/>
                      </p:nvPicPr>
                      <p:blipFill>
                        <a:blip r:embed="rId17"/>
                        <a:stretch>
                          <a:fillRect/>
                        </a:stretch>
                      </p:blipFill>
                      <p:spPr>
                        <a:xfrm>
                          <a:off x="1371600" y="414338"/>
                          <a:ext cx="1663700" cy="45720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098D6510-DB49-786B-C476-76B920065384}"/>
                </a:ext>
              </a:extLst>
            </p:cNvPr>
            <p:cNvGraphicFramePr>
              <a:graphicFrameLocks noChangeAspect="1"/>
            </p:cNvGraphicFramePr>
            <p:nvPr>
              <p:extLst>
                <p:ext uri="{D42A27DB-BD31-4B8C-83A1-F6EECF244321}">
                  <p14:modId xmlns:p14="http://schemas.microsoft.com/office/powerpoint/2010/main" val="171771337"/>
                </p:ext>
              </p:extLst>
            </p:nvPr>
          </p:nvGraphicFramePr>
          <p:xfrm>
            <a:off x="2693060" y="3444195"/>
            <a:ext cx="254000" cy="177800"/>
          </p:xfrm>
          <a:graphic>
            <a:graphicData uri="http://schemas.openxmlformats.org/presentationml/2006/ole">
              <mc:AlternateContent xmlns:mc="http://schemas.openxmlformats.org/markup-compatibility/2006">
                <mc:Choice xmlns:v="urn:schemas-microsoft-com:vml" Requires="v">
                  <p:oleObj name="Equation" r:id="rId18" imgW="253800" imgH="177480" progId="Equation.DSMT4">
                    <p:embed/>
                  </p:oleObj>
                </mc:Choice>
                <mc:Fallback>
                  <p:oleObj name="Equation" r:id="rId18" imgW="253800" imgH="177480" progId="Equation.DSMT4">
                    <p:embed/>
                    <p:pic>
                      <p:nvPicPr>
                        <p:cNvPr id="5" name="对象 4">
                          <a:extLst>
                            <a:ext uri="{FF2B5EF4-FFF2-40B4-BE49-F238E27FC236}">
                              <a16:creationId xmlns:a16="http://schemas.microsoft.com/office/drawing/2014/main" id="{7F1B50E9-6C5B-649D-8576-8DBBC17E8605}"/>
                            </a:ext>
                          </a:extLst>
                        </p:cNvPr>
                        <p:cNvPicPr/>
                        <p:nvPr/>
                      </p:nvPicPr>
                      <p:blipFill>
                        <a:blip r:embed="rId19"/>
                        <a:stretch>
                          <a:fillRect/>
                        </a:stretch>
                      </p:blipFill>
                      <p:spPr>
                        <a:xfrm>
                          <a:off x="2693060" y="3444195"/>
                          <a:ext cx="254000" cy="177800"/>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C0E9150C-0129-D57F-73B8-A325D55EEF7B}"/>
                </a:ext>
              </a:extLst>
            </p:cNvPr>
            <p:cNvGraphicFramePr>
              <a:graphicFrameLocks noChangeAspect="1"/>
            </p:cNvGraphicFramePr>
            <p:nvPr>
              <p:extLst>
                <p:ext uri="{D42A27DB-BD31-4B8C-83A1-F6EECF244321}">
                  <p14:modId xmlns:p14="http://schemas.microsoft.com/office/powerpoint/2010/main" val="2337214192"/>
                </p:ext>
              </p:extLst>
            </p:nvPr>
          </p:nvGraphicFramePr>
          <p:xfrm>
            <a:off x="5222875" y="3584575"/>
            <a:ext cx="254000" cy="165100"/>
          </p:xfrm>
          <a:graphic>
            <a:graphicData uri="http://schemas.openxmlformats.org/presentationml/2006/ole">
              <mc:AlternateContent xmlns:mc="http://schemas.openxmlformats.org/markup-compatibility/2006">
                <mc:Choice xmlns:v="urn:schemas-microsoft-com:vml" Requires="v">
                  <p:oleObj name="Equation" r:id="rId20" imgW="253800" imgH="164880" progId="Equation.DSMT4">
                    <p:embed/>
                  </p:oleObj>
                </mc:Choice>
                <mc:Fallback>
                  <p:oleObj name="Equation" r:id="rId20" imgW="253800" imgH="164880" progId="Equation.DSMT4">
                    <p:embed/>
                    <p:pic>
                      <p:nvPicPr>
                        <p:cNvPr id="3" name="对象 2">
                          <a:extLst>
                            <a:ext uri="{FF2B5EF4-FFF2-40B4-BE49-F238E27FC236}">
                              <a16:creationId xmlns:a16="http://schemas.microsoft.com/office/drawing/2014/main" id="{098D6510-DB49-786B-C476-76B920065384}"/>
                            </a:ext>
                          </a:extLst>
                        </p:cNvPr>
                        <p:cNvPicPr/>
                        <p:nvPr/>
                      </p:nvPicPr>
                      <p:blipFill>
                        <a:blip r:embed="rId21"/>
                        <a:stretch>
                          <a:fillRect/>
                        </a:stretch>
                      </p:blipFill>
                      <p:spPr>
                        <a:xfrm>
                          <a:off x="5222875" y="3584575"/>
                          <a:ext cx="254000" cy="1651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59C4A308-5977-7D8A-948C-1FB230061111}"/>
                </a:ext>
              </a:extLst>
            </p:cNvPr>
            <p:cNvGraphicFramePr>
              <a:graphicFrameLocks noChangeAspect="1"/>
            </p:cNvGraphicFramePr>
            <p:nvPr>
              <p:extLst>
                <p:ext uri="{D42A27DB-BD31-4B8C-83A1-F6EECF244321}">
                  <p14:modId xmlns:p14="http://schemas.microsoft.com/office/powerpoint/2010/main" val="871146187"/>
                </p:ext>
              </p:extLst>
            </p:nvPr>
          </p:nvGraphicFramePr>
          <p:xfrm>
            <a:off x="2210413" y="3205876"/>
            <a:ext cx="254000" cy="190500"/>
          </p:xfrm>
          <a:graphic>
            <a:graphicData uri="http://schemas.openxmlformats.org/presentationml/2006/ole">
              <mc:AlternateContent xmlns:mc="http://schemas.openxmlformats.org/markup-compatibility/2006">
                <mc:Choice xmlns:v="urn:schemas-microsoft-com:vml" Requires="v">
                  <p:oleObj name="Equation" r:id="rId22" imgW="253800" imgH="190440" progId="Equation.DSMT4">
                    <p:embed/>
                  </p:oleObj>
                </mc:Choice>
                <mc:Fallback>
                  <p:oleObj name="Equation" r:id="rId22" imgW="253800" imgH="190440" progId="Equation.DSMT4">
                    <p:embed/>
                    <p:pic>
                      <p:nvPicPr>
                        <p:cNvPr id="3" name="对象 2">
                          <a:extLst>
                            <a:ext uri="{FF2B5EF4-FFF2-40B4-BE49-F238E27FC236}">
                              <a16:creationId xmlns:a16="http://schemas.microsoft.com/office/drawing/2014/main" id="{098D6510-DB49-786B-C476-76B920065384}"/>
                            </a:ext>
                          </a:extLst>
                        </p:cNvPr>
                        <p:cNvPicPr/>
                        <p:nvPr/>
                      </p:nvPicPr>
                      <p:blipFill>
                        <a:blip r:embed="rId23"/>
                        <a:stretch>
                          <a:fillRect/>
                        </a:stretch>
                      </p:blipFill>
                      <p:spPr>
                        <a:xfrm>
                          <a:off x="2210413" y="3205876"/>
                          <a:ext cx="254000" cy="1905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6F4FF280-4B9B-4C78-DDE3-32621EFE4BEA}"/>
                </a:ext>
              </a:extLst>
            </p:cNvPr>
            <p:cNvGraphicFramePr>
              <a:graphicFrameLocks noChangeAspect="1"/>
            </p:cNvGraphicFramePr>
            <p:nvPr>
              <p:extLst>
                <p:ext uri="{D42A27DB-BD31-4B8C-83A1-F6EECF244321}">
                  <p14:modId xmlns:p14="http://schemas.microsoft.com/office/powerpoint/2010/main" val="3770653649"/>
                </p:ext>
              </p:extLst>
            </p:nvPr>
          </p:nvGraphicFramePr>
          <p:xfrm>
            <a:off x="4886642" y="3898024"/>
            <a:ext cx="254000" cy="190500"/>
          </p:xfrm>
          <a:graphic>
            <a:graphicData uri="http://schemas.openxmlformats.org/presentationml/2006/ole">
              <mc:AlternateContent xmlns:mc="http://schemas.openxmlformats.org/markup-compatibility/2006">
                <mc:Choice xmlns:v="urn:schemas-microsoft-com:vml" Requires="v">
                  <p:oleObj name="Equation" r:id="rId22" imgW="253800" imgH="190440" progId="Equation.DSMT4">
                    <p:embed/>
                  </p:oleObj>
                </mc:Choice>
                <mc:Fallback>
                  <p:oleObj name="Equation" r:id="rId22" imgW="253800" imgH="190440" progId="Equation.DSMT4">
                    <p:embed/>
                    <p:pic>
                      <p:nvPicPr>
                        <p:cNvPr id="6" name="对象 5">
                          <a:extLst>
                            <a:ext uri="{FF2B5EF4-FFF2-40B4-BE49-F238E27FC236}">
                              <a16:creationId xmlns:a16="http://schemas.microsoft.com/office/drawing/2014/main" id="{59C4A308-5977-7D8A-948C-1FB230061111}"/>
                            </a:ext>
                          </a:extLst>
                        </p:cNvPr>
                        <p:cNvPicPr/>
                        <p:nvPr/>
                      </p:nvPicPr>
                      <p:blipFill>
                        <a:blip r:embed="rId23"/>
                        <a:stretch>
                          <a:fillRect/>
                        </a:stretch>
                      </p:blipFill>
                      <p:spPr>
                        <a:xfrm>
                          <a:off x="4886642" y="3898024"/>
                          <a:ext cx="254000" cy="190500"/>
                        </a:xfrm>
                        <a:prstGeom prst="rect">
                          <a:avLst/>
                        </a:prstGeom>
                      </p:spPr>
                    </p:pic>
                  </p:oleObj>
                </mc:Fallback>
              </mc:AlternateContent>
            </a:graphicData>
          </a:graphic>
        </p:graphicFrame>
        <p:cxnSp>
          <p:nvCxnSpPr>
            <p:cNvPr id="19" name="连接符: 肘形 18">
              <a:extLst>
                <a:ext uri="{FF2B5EF4-FFF2-40B4-BE49-F238E27FC236}">
                  <a16:creationId xmlns:a16="http://schemas.microsoft.com/office/drawing/2014/main" id="{6C8BF05F-8D8D-F246-14C5-7BA183C4EA6B}"/>
                </a:ext>
              </a:extLst>
            </p:cNvPr>
            <p:cNvCxnSpPr>
              <a:cxnSpLocks/>
            </p:cNvCxnSpPr>
            <p:nvPr/>
          </p:nvCxnSpPr>
          <p:spPr>
            <a:xfrm rot="9720000" flipH="1">
              <a:off x="2584766" y="3301996"/>
              <a:ext cx="97631" cy="84481"/>
            </a:xfrm>
            <a:prstGeom prst="bentConnector3">
              <a:avLst>
                <a:gd name="adj1" fmla="val 98781"/>
              </a:avLst>
            </a:prstGeom>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AA0BD2F1-DD55-3578-799C-253808C1A3E3}"/>
                </a:ext>
              </a:extLst>
            </p:cNvPr>
            <p:cNvCxnSpPr>
              <a:cxnSpLocks/>
            </p:cNvCxnSpPr>
            <p:nvPr/>
          </p:nvCxnSpPr>
          <p:spPr>
            <a:xfrm rot="5340000" flipH="1">
              <a:off x="5219659" y="3807115"/>
              <a:ext cx="97631" cy="84481"/>
            </a:xfrm>
            <a:prstGeom prst="bentConnector3">
              <a:avLst>
                <a:gd name="adj1" fmla="val 98781"/>
              </a:avLst>
            </a:prstGeom>
          </p:spPr>
          <p:style>
            <a:lnRef idx="1">
              <a:schemeClr val="accent1"/>
            </a:lnRef>
            <a:fillRef idx="0">
              <a:schemeClr val="accent1"/>
            </a:fillRef>
            <a:effectRef idx="0">
              <a:schemeClr val="accent1"/>
            </a:effectRef>
            <a:fontRef idx="minor">
              <a:schemeClr val="tx1"/>
            </a:fontRef>
          </p:style>
        </p:cxnSp>
        <p:pic>
          <p:nvPicPr>
            <p:cNvPr id="32" name="图片 31">
              <a:extLst>
                <a:ext uri="{FF2B5EF4-FFF2-40B4-BE49-F238E27FC236}">
                  <a16:creationId xmlns:a16="http://schemas.microsoft.com/office/drawing/2014/main" id="{BC3E4A36-23FB-CF66-5631-655F8D2F2413}"/>
                </a:ext>
              </a:extLst>
            </p:cNvPr>
            <p:cNvPicPr>
              <a:picLocks noChangeAspect="1"/>
            </p:cNvPicPr>
            <p:nvPr/>
          </p:nvPicPr>
          <p:blipFill>
            <a:blip r:embed="rId24"/>
            <a:stretch>
              <a:fillRect/>
            </a:stretch>
          </p:blipFill>
          <p:spPr>
            <a:xfrm rot="1303895">
              <a:off x="7904273" y="3417924"/>
              <a:ext cx="470916" cy="179832"/>
            </a:xfrm>
            <a:prstGeom prst="rect">
              <a:avLst/>
            </a:prstGeom>
          </p:spPr>
        </p:pic>
        <p:graphicFrame>
          <p:nvGraphicFramePr>
            <p:cNvPr id="33" name="对象 32">
              <a:extLst>
                <a:ext uri="{FF2B5EF4-FFF2-40B4-BE49-F238E27FC236}">
                  <a16:creationId xmlns:a16="http://schemas.microsoft.com/office/drawing/2014/main" id="{060B0368-379E-678A-EC00-5475CE2386EB}"/>
                </a:ext>
              </a:extLst>
            </p:cNvPr>
            <p:cNvGraphicFramePr>
              <a:graphicFrameLocks noChangeAspect="1"/>
            </p:cNvGraphicFramePr>
            <p:nvPr>
              <p:extLst>
                <p:ext uri="{D42A27DB-BD31-4B8C-83A1-F6EECF244321}">
                  <p14:modId xmlns:p14="http://schemas.microsoft.com/office/powerpoint/2010/main" val="3426762660"/>
                </p:ext>
              </p:extLst>
            </p:nvPr>
          </p:nvGraphicFramePr>
          <p:xfrm>
            <a:off x="6128991" y="3024863"/>
            <a:ext cx="558800" cy="254000"/>
          </p:xfrm>
          <a:graphic>
            <a:graphicData uri="http://schemas.openxmlformats.org/presentationml/2006/ole">
              <mc:AlternateContent xmlns:mc="http://schemas.openxmlformats.org/markup-compatibility/2006">
                <mc:Choice xmlns:v="urn:schemas-microsoft-com:vml" Requires="v">
                  <p:oleObj name="Equation" r:id="rId25" imgW="558720" imgH="253800" progId="Equation.DSMT4">
                    <p:embed/>
                  </p:oleObj>
                </mc:Choice>
                <mc:Fallback>
                  <p:oleObj name="Equation" r:id="rId25" imgW="558720" imgH="253800" progId="Equation.DSMT4">
                    <p:embed/>
                    <p:pic>
                      <p:nvPicPr>
                        <p:cNvPr id="6" name="对象 5">
                          <a:extLst>
                            <a:ext uri="{FF2B5EF4-FFF2-40B4-BE49-F238E27FC236}">
                              <a16:creationId xmlns:a16="http://schemas.microsoft.com/office/drawing/2014/main" id="{59C4A308-5977-7D8A-948C-1FB230061111}"/>
                            </a:ext>
                          </a:extLst>
                        </p:cNvPr>
                        <p:cNvPicPr/>
                        <p:nvPr/>
                      </p:nvPicPr>
                      <p:blipFill>
                        <a:blip r:embed="rId26"/>
                        <a:stretch>
                          <a:fillRect/>
                        </a:stretch>
                      </p:blipFill>
                      <p:spPr>
                        <a:xfrm>
                          <a:off x="6128991" y="3024863"/>
                          <a:ext cx="558800" cy="254000"/>
                        </a:xfrm>
                        <a:prstGeom prst="rect">
                          <a:avLst/>
                        </a:prstGeom>
                      </p:spPr>
                    </p:pic>
                  </p:oleObj>
                </mc:Fallback>
              </mc:AlternateContent>
            </a:graphicData>
          </a:graphic>
        </p:graphicFrame>
        <p:graphicFrame>
          <p:nvGraphicFramePr>
            <p:cNvPr id="35" name="对象 34">
              <a:extLst>
                <a:ext uri="{FF2B5EF4-FFF2-40B4-BE49-F238E27FC236}">
                  <a16:creationId xmlns:a16="http://schemas.microsoft.com/office/drawing/2014/main" id="{B1E91A59-F5CB-0FEB-74A2-5E771522F6AA}"/>
                </a:ext>
              </a:extLst>
            </p:cNvPr>
            <p:cNvGraphicFramePr>
              <a:graphicFrameLocks noChangeAspect="1"/>
            </p:cNvGraphicFramePr>
            <p:nvPr>
              <p:extLst>
                <p:ext uri="{D42A27DB-BD31-4B8C-83A1-F6EECF244321}">
                  <p14:modId xmlns:p14="http://schemas.microsoft.com/office/powerpoint/2010/main" val="2219880736"/>
                </p:ext>
              </p:extLst>
            </p:nvPr>
          </p:nvGraphicFramePr>
          <p:xfrm>
            <a:off x="7767544" y="3925908"/>
            <a:ext cx="1016000" cy="279400"/>
          </p:xfrm>
          <a:graphic>
            <a:graphicData uri="http://schemas.openxmlformats.org/presentationml/2006/ole">
              <mc:AlternateContent xmlns:mc="http://schemas.openxmlformats.org/markup-compatibility/2006">
                <mc:Choice xmlns:v="urn:schemas-microsoft-com:vml" Requires="v">
                  <p:oleObj name="Equation" r:id="rId27" imgW="1015920" imgH="279360" progId="Equation.DSMT4">
                    <p:embed/>
                  </p:oleObj>
                </mc:Choice>
                <mc:Fallback>
                  <p:oleObj name="Equation" r:id="rId27" imgW="1015920" imgH="279360" progId="Equation.DSMT4">
                    <p:embed/>
                    <p:pic>
                      <p:nvPicPr>
                        <p:cNvPr id="33" name="对象 32">
                          <a:extLst>
                            <a:ext uri="{FF2B5EF4-FFF2-40B4-BE49-F238E27FC236}">
                              <a16:creationId xmlns:a16="http://schemas.microsoft.com/office/drawing/2014/main" id="{060B0368-379E-678A-EC00-5475CE2386EB}"/>
                            </a:ext>
                          </a:extLst>
                        </p:cNvPr>
                        <p:cNvPicPr/>
                        <p:nvPr/>
                      </p:nvPicPr>
                      <p:blipFill>
                        <a:blip r:embed="rId28"/>
                        <a:stretch>
                          <a:fillRect/>
                        </a:stretch>
                      </p:blipFill>
                      <p:spPr>
                        <a:xfrm>
                          <a:off x="7767544" y="3925908"/>
                          <a:ext cx="1016000" cy="279400"/>
                        </a:xfrm>
                        <a:prstGeom prst="rect">
                          <a:avLst/>
                        </a:prstGeom>
                      </p:spPr>
                    </p:pic>
                  </p:oleObj>
                </mc:Fallback>
              </mc:AlternateContent>
            </a:graphicData>
          </a:graphic>
        </p:graphicFrame>
        <p:graphicFrame>
          <p:nvGraphicFramePr>
            <p:cNvPr id="36" name="对象 35">
              <a:extLst>
                <a:ext uri="{FF2B5EF4-FFF2-40B4-BE49-F238E27FC236}">
                  <a16:creationId xmlns:a16="http://schemas.microsoft.com/office/drawing/2014/main" id="{09ADD2DC-A99E-43CA-2BB4-5EE993DB7491}"/>
                </a:ext>
              </a:extLst>
            </p:cNvPr>
            <p:cNvGraphicFramePr>
              <a:graphicFrameLocks noChangeAspect="1"/>
            </p:cNvGraphicFramePr>
            <p:nvPr>
              <p:extLst>
                <p:ext uri="{D42A27DB-BD31-4B8C-83A1-F6EECF244321}">
                  <p14:modId xmlns:p14="http://schemas.microsoft.com/office/powerpoint/2010/main" val="29272668"/>
                </p:ext>
              </p:extLst>
            </p:nvPr>
          </p:nvGraphicFramePr>
          <p:xfrm>
            <a:off x="6276333" y="2517617"/>
            <a:ext cx="1422400" cy="279400"/>
          </p:xfrm>
          <a:graphic>
            <a:graphicData uri="http://schemas.openxmlformats.org/presentationml/2006/ole">
              <mc:AlternateContent xmlns:mc="http://schemas.openxmlformats.org/markup-compatibility/2006">
                <mc:Choice xmlns:v="urn:schemas-microsoft-com:vml" Requires="v">
                  <p:oleObj name="Equation" r:id="rId29" imgW="1422360" imgH="279360" progId="Equation.DSMT4">
                    <p:embed/>
                  </p:oleObj>
                </mc:Choice>
                <mc:Fallback>
                  <p:oleObj name="Equation" r:id="rId29" imgW="1422360" imgH="279360" progId="Equation.DSMT4">
                    <p:embed/>
                    <p:pic>
                      <p:nvPicPr>
                        <p:cNvPr id="35" name="对象 34">
                          <a:extLst>
                            <a:ext uri="{FF2B5EF4-FFF2-40B4-BE49-F238E27FC236}">
                              <a16:creationId xmlns:a16="http://schemas.microsoft.com/office/drawing/2014/main" id="{B1E91A59-F5CB-0FEB-74A2-5E771522F6AA}"/>
                            </a:ext>
                          </a:extLst>
                        </p:cNvPr>
                        <p:cNvPicPr/>
                        <p:nvPr/>
                      </p:nvPicPr>
                      <p:blipFill>
                        <a:blip r:embed="rId30"/>
                        <a:stretch>
                          <a:fillRect/>
                        </a:stretch>
                      </p:blipFill>
                      <p:spPr>
                        <a:xfrm>
                          <a:off x="6276333" y="2517617"/>
                          <a:ext cx="1422400" cy="279400"/>
                        </a:xfrm>
                        <a:prstGeom prst="rect">
                          <a:avLst/>
                        </a:prstGeom>
                      </p:spPr>
                    </p:pic>
                  </p:oleObj>
                </mc:Fallback>
              </mc:AlternateContent>
            </a:graphicData>
          </a:graphic>
        </p:graphicFrame>
        <p:graphicFrame>
          <p:nvGraphicFramePr>
            <p:cNvPr id="41" name="对象 40">
              <a:extLst>
                <a:ext uri="{FF2B5EF4-FFF2-40B4-BE49-F238E27FC236}">
                  <a16:creationId xmlns:a16="http://schemas.microsoft.com/office/drawing/2014/main" id="{977CBDD6-D166-F61D-35DD-B64819B9C602}"/>
                </a:ext>
              </a:extLst>
            </p:cNvPr>
            <p:cNvGraphicFramePr>
              <a:graphicFrameLocks noChangeAspect="1"/>
            </p:cNvGraphicFramePr>
            <p:nvPr>
              <p:extLst>
                <p:ext uri="{D42A27DB-BD31-4B8C-83A1-F6EECF244321}">
                  <p14:modId xmlns:p14="http://schemas.microsoft.com/office/powerpoint/2010/main" val="2765458749"/>
                </p:ext>
              </p:extLst>
            </p:nvPr>
          </p:nvGraphicFramePr>
          <p:xfrm>
            <a:off x="8441448" y="3185553"/>
            <a:ext cx="482600" cy="165100"/>
          </p:xfrm>
          <a:graphic>
            <a:graphicData uri="http://schemas.openxmlformats.org/presentationml/2006/ole">
              <mc:AlternateContent xmlns:mc="http://schemas.openxmlformats.org/markup-compatibility/2006">
                <mc:Choice xmlns:v="urn:schemas-microsoft-com:vml" Requires="v">
                  <p:oleObj name="Equation" r:id="rId31" imgW="482400" imgH="164880" progId="Equation.DSMT4">
                    <p:embed/>
                  </p:oleObj>
                </mc:Choice>
                <mc:Fallback>
                  <p:oleObj name="Equation" r:id="rId31" imgW="482400" imgH="164880" progId="Equation.DSMT4">
                    <p:embed/>
                    <p:pic>
                      <p:nvPicPr>
                        <p:cNvPr id="4" name="对象 3">
                          <a:extLst>
                            <a:ext uri="{FF2B5EF4-FFF2-40B4-BE49-F238E27FC236}">
                              <a16:creationId xmlns:a16="http://schemas.microsoft.com/office/drawing/2014/main" id="{C0E9150C-0129-D57F-73B8-A325D55EEF7B}"/>
                            </a:ext>
                          </a:extLst>
                        </p:cNvPr>
                        <p:cNvPicPr/>
                        <p:nvPr/>
                      </p:nvPicPr>
                      <p:blipFill>
                        <a:blip r:embed="rId32"/>
                        <a:stretch>
                          <a:fillRect/>
                        </a:stretch>
                      </p:blipFill>
                      <p:spPr>
                        <a:xfrm>
                          <a:off x="8441448" y="3185553"/>
                          <a:ext cx="482600" cy="165100"/>
                        </a:xfrm>
                        <a:prstGeom prst="rect">
                          <a:avLst/>
                        </a:prstGeom>
                      </p:spPr>
                    </p:pic>
                  </p:oleObj>
                </mc:Fallback>
              </mc:AlternateContent>
            </a:graphicData>
          </a:graphic>
        </p:graphicFrame>
      </p:grpSp>
    </p:spTree>
    <p:extLst>
      <p:ext uri="{BB962C8B-B14F-4D97-AF65-F5344CB8AC3E}">
        <p14:creationId xmlns:p14="http://schemas.microsoft.com/office/powerpoint/2010/main" val="2778531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C622B-9C67-DA5A-07B8-DACF4B37B075}"/>
            </a:ext>
          </a:extLst>
        </p:cNvPr>
        <p:cNvGrpSpPr/>
        <p:nvPr/>
      </p:nvGrpSpPr>
      <p:grpSpPr>
        <a:xfrm>
          <a:off x="0" y="0"/>
          <a:ext cx="0" cy="0"/>
          <a:chOff x="0" y="0"/>
          <a:chExt cx="0" cy="0"/>
        </a:xfrm>
      </p:grpSpPr>
      <p:grpSp>
        <p:nvGrpSpPr>
          <p:cNvPr id="178" name="组合 177">
            <a:extLst>
              <a:ext uri="{FF2B5EF4-FFF2-40B4-BE49-F238E27FC236}">
                <a16:creationId xmlns:a16="http://schemas.microsoft.com/office/drawing/2014/main" id="{5D436860-F1B6-3DE2-2A70-810AA3AA8BA4}"/>
              </a:ext>
            </a:extLst>
          </p:cNvPr>
          <p:cNvGrpSpPr/>
          <p:nvPr/>
        </p:nvGrpSpPr>
        <p:grpSpPr>
          <a:xfrm>
            <a:off x="246545" y="94264"/>
            <a:ext cx="8920310" cy="6432872"/>
            <a:chOff x="246545" y="94264"/>
            <a:chExt cx="8920310" cy="6432872"/>
          </a:xfrm>
        </p:grpSpPr>
        <p:grpSp>
          <p:nvGrpSpPr>
            <p:cNvPr id="75" name="组合 74">
              <a:extLst>
                <a:ext uri="{FF2B5EF4-FFF2-40B4-BE49-F238E27FC236}">
                  <a16:creationId xmlns:a16="http://schemas.microsoft.com/office/drawing/2014/main" id="{48115936-31A7-F480-B588-7900728A898B}"/>
                </a:ext>
              </a:extLst>
            </p:cNvPr>
            <p:cNvGrpSpPr/>
            <p:nvPr/>
          </p:nvGrpSpPr>
          <p:grpSpPr>
            <a:xfrm>
              <a:off x="2246560" y="94264"/>
              <a:ext cx="4340816" cy="2565954"/>
              <a:chOff x="2688520" y="1831624"/>
              <a:chExt cx="4340816" cy="2565954"/>
            </a:xfrm>
          </p:grpSpPr>
          <p:cxnSp>
            <p:nvCxnSpPr>
              <p:cNvPr id="13" name="直接连接符 12">
                <a:extLst>
                  <a:ext uri="{FF2B5EF4-FFF2-40B4-BE49-F238E27FC236}">
                    <a16:creationId xmlns:a16="http://schemas.microsoft.com/office/drawing/2014/main" id="{7D6631D9-B8F5-9B2E-BC46-9369F91CADA8}"/>
                  </a:ext>
                </a:extLst>
              </p:cNvPr>
              <p:cNvCxnSpPr>
                <a:cxnSpLocks/>
              </p:cNvCxnSpPr>
              <p:nvPr/>
            </p:nvCxnSpPr>
            <p:spPr>
              <a:xfrm flipH="1">
                <a:off x="3012281" y="3130550"/>
                <a:ext cx="3601244" cy="526039"/>
              </a:xfrm>
              <a:prstGeom prst="line">
                <a:avLst/>
              </a:prstGeom>
              <a:ln>
                <a:solidFill>
                  <a:srgbClr val="00B050"/>
                </a:solidFill>
                <a:headEnd type="triangl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6" name="直接连接符 15">
                <a:extLst>
                  <a:ext uri="{FF2B5EF4-FFF2-40B4-BE49-F238E27FC236}">
                    <a16:creationId xmlns:a16="http://schemas.microsoft.com/office/drawing/2014/main" id="{0072FB5E-F0C1-0579-0073-FCA730941900}"/>
                  </a:ext>
                </a:extLst>
              </p:cNvPr>
              <p:cNvCxnSpPr>
                <a:cxnSpLocks/>
              </p:cNvCxnSpPr>
              <p:nvPr/>
            </p:nvCxnSpPr>
            <p:spPr>
              <a:xfrm>
                <a:off x="4541404" y="2828925"/>
                <a:ext cx="2167371" cy="930275"/>
              </a:xfrm>
              <a:prstGeom prst="line">
                <a:avLst/>
              </a:prstGeom>
              <a:ln>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21" name="直接连接符 20">
                <a:extLst>
                  <a:ext uri="{FF2B5EF4-FFF2-40B4-BE49-F238E27FC236}">
                    <a16:creationId xmlns:a16="http://schemas.microsoft.com/office/drawing/2014/main" id="{462B3768-955C-0F4F-5ECE-2E16D0B2D337}"/>
                  </a:ext>
                </a:extLst>
              </p:cNvPr>
              <p:cNvCxnSpPr>
                <a:cxnSpLocks/>
              </p:cNvCxnSpPr>
              <p:nvPr/>
            </p:nvCxnSpPr>
            <p:spPr>
              <a:xfrm>
                <a:off x="5611799" y="2042220"/>
                <a:ext cx="0" cy="2355358"/>
              </a:xfrm>
              <a:prstGeom prst="line">
                <a:avLst/>
              </a:prstGeom>
              <a:ln>
                <a:headEnd type="triangle" w="med" len="med"/>
                <a:tailEnd type="none" w="med" len="med"/>
              </a:ln>
            </p:spPr>
            <p:style>
              <a:lnRef idx="3">
                <a:schemeClr val="accent1"/>
              </a:lnRef>
              <a:fillRef idx="0">
                <a:schemeClr val="accent1"/>
              </a:fillRef>
              <a:effectRef idx="2">
                <a:schemeClr val="accent1"/>
              </a:effectRef>
              <a:fontRef idx="minor">
                <a:schemeClr val="tx1"/>
              </a:fontRef>
            </p:style>
          </p:cxnSp>
          <p:sp>
            <p:nvSpPr>
              <p:cNvPr id="25" name="平行四边形 24">
                <a:extLst>
                  <a:ext uri="{FF2B5EF4-FFF2-40B4-BE49-F238E27FC236}">
                    <a16:creationId xmlns:a16="http://schemas.microsoft.com/office/drawing/2014/main" id="{DF4044F4-1C16-3851-1D3C-8F2D735DE57F}"/>
                  </a:ext>
                </a:extLst>
              </p:cNvPr>
              <p:cNvSpPr/>
              <p:nvPr/>
            </p:nvSpPr>
            <p:spPr>
              <a:xfrm rot="1406411" flipH="1">
                <a:off x="4281606" y="2506938"/>
                <a:ext cx="2677612" cy="1644325"/>
              </a:xfrm>
              <a:prstGeom prst="parallelogram">
                <a:avLst>
                  <a:gd name="adj" fmla="val 4638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28F20C28-8B46-EA4A-6EC1-F92ED16243AD}"/>
                  </a:ext>
                </a:extLst>
              </p:cNvPr>
              <p:cNvCxnSpPr>
                <a:cxnSpLocks/>
              </p:cNvCxnSpPr>
              <p:nvPr/>
            </p:nvCxnSpPr>
            <p:spPr>
              <a:xfrm>
                <a:off x="5611799" y="3294062"/>
                <a:ext cx="367520" cy="449510"/>
              </a:xfrm>
              <a:prstGeom prst="line">
                <a:avLst/>
              </a:prstGeom>
              <a:ln w="12700">
                <a:solidFill>
                  <a:schemeClr val="tx1"/>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37" name="直接连接符 36">
                <a:extLst>
                  <a:ext uri="{FF2B5EF4-FFF2-40B4-BE49-F238E27FC236}">
                    <a16:creationId xmlns:a16="http://schemas.microsoft.com/office/drawing/2014/main" id="{29B9ACCF-12C2-EF7B-69CB-E7493BC036EE}"/>
                  </a:ext>
                </a:extLst>
              </p:cNvPr>
              <p:cNvCxnSpPr>
                <a:cxnSpLocks/>
              </p:cNvCxnSpPr>
              <p:nvPr/>
            </p:nvCxnSpPr>
            <p:spPr>
              <a:xfrm>
                <a:off x="5611798" y="3294062"/>
                <a:ext cx="678737" cy="42069"/>
              </a:xfrm>
              <a:prstGeom prst="line">
                <a:avLst/>
              </a:prstGeom>
              <a:ln w="12700">
                <a:solidFill>
                  <a:schemeClr val="tx1"/>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40" name="直接连接符 39">
                <a:extLst>
                  <a:ext uri="{FF2B5EF4-FFF2-40B4-BE49-F238E27FC236}">
                    <a16:creationId xmlns:a16="http://schemas.microsoft.com/office/drawing/2014/main" id="{1293978A-6257-3C94-F6A3-582E758958C7}"/>
                  </a:ext>
                </a:extLst>
              </p:cNvPr>
              <p:cNvCxnSpPr>
                <a:cxnSpLocks/>
              </p:cNvCxnSpPr>
              <p:nvPr/>
            </p:nvCxnSpPr>
            <p:spPr>
              <a:xfrm flipH="1">
                <a:off x="5611798" y="2521414"/>
                <a:ext cx="547422" cy="772648"/>
              </a:xfrm>
              <a:prstGeom prst="line">
                <a:avLst/>
              </a:prstGeom>
              <a:ln w="9525">
                <a:solidFill>
                  <a:srgbClr val="FF0000"/>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43" name="直接连接符 42">
                <a:extLst>
                  <a:ext uri="{FF2B5EF4-FFF2-40B4-BE49-F238E27FC236}">
                    <a16:creationId xmlns:a16="http://schemas.microsoft.com/office/drawing/2014/main" id="{1797C8D5-DDBA-98A1-6D4B-5E0644416490}"/>
                  </a:ext>
                </a:extLst>
              </p:cNvPr>
              <p:cNvCxnSpPr>
                <a:cxnSpLocks/>
              </p:cNvCxnSpPr>
              <p:nvPr/>
            </p:nvCxnSpPr>
            <p:spPr>
              <a:xfrm flipH="1">
                <a:off x="2992703" y="2521414"/>
                <a:ext cx="3166517" cy="1135175"/>
              </a:xfrm>
              <a:prstGeom prst="line">
                <a:avLst/>
              </a:prstGeom>
              <a:ln w="19050">
                <a:solidFill>
                  <a:schemeClr val="accent6"/>
                </a:solidFill>
                <a:headEnd type="oval" w="med" len="med"/>
                <a:tailEnd type="oval" w="med" len="med"/>
              </a:ln>
            </p:spPr>
            <p:style>
              <a:lnRef idx="3">
                <a:schemeClr val="accent1"/>
              </a:lnRef>
              <a:fillRef idx="0">
                <a:schemeClr val="accent1"/>
              </a:fillRef>
              <a:effectRef idx="2">
                <a:schemeClr val="accent1"/>
              </a:effectRef>
              <a:fontRef idx="minor">
                <a:schemeClr val="tx1"/>
              </a:fontRef>
            </p:style>
          </p:cxnSp>
          <p:cxnSp>
            <p:nvCxnSpPr>
              <p:cNvPr id="45" name="直接连接符 44">
                <a:extLst>
                  <a:ext uri="{FF2B5EF4-FFF2-40B4-BE49-F238E27FC236}">
                    <a16:creationId xmlns:a16="http://schemas.microsoft.com/office/drawing/2014/main" id="{BF907D7B-DF7D-8AD1-B2B7-FAFA147C1F5F}"/>
                  </a:ext>
                </a:extLst>
              </p:cNvPr>
              <p:cNvCxnSpPr>
                <a:cxnSpLocks/>
              </p:cNvCxnSpPr>
              <p:nvPr/>
            </p:nvCxnSpPr>
            <p:spPr>
              <a:xfrm>
                <a:off x="6177742" y="2546350"/>
                <a:ext cx="0" cy="867206"/>
              </a:xfrm>
              <a:prstGeom prst="line">
                <a:avLst/>
              </a:prstGeom>
              <a:ln w="9525">
                <a:solidFill>
                  <a:srgbClr val="FF0000"/>
                </a:solidFill>
                <a:prstDash val="sysDash"/>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50" name="直接连接符 49">
                <a:extLst>
                  <a:ext uri="{FF2B5EF4-FFF2-40B4-BE49-F238E27FC236}">
                    <a16:creationId xmlns:a16="http://schemas.microsoft.com/office/drawing/2014/main" id="{9F20E116-D90F-F3F5-73A8-D26214510C91}"/>
                  </a:ext>
                </a:extLst>
              </p:cNvPr>
              <p:cNvCxnSpPr>
                <a:cxnSpLocks/>
              </p:cNvCxnSpPr>
              <p:nvPr/>
            </p:nvCxnSpPr>
            <p:spPr>
              <a:xfrm flipH="1" flipV="1">
                <a:off x="5607963" y="3294062"/>
                <a:ext cx="569779" cy="119494"/>
              </a:xfrm>
              <a:prstGeom prst="line">
                <a:avLst/>
              </a:prstGeom>
              <a:ln w="9525">
                <a:solidFill>
                  <a:srgbClr val="FF0000"/>
                </a:solidFill>
                <a:headEnd type="arrow" w="med" len="med"/>
                <a:tailEnd type="none" w="med" len="med"/>
              </a:ln>
            </p:spPr>
            <p:style>
              <a:lnRef idx="3">
                <a:schemeClr val="accent1"/>
              </a:lnRef>
              <a:fillRef idx="0">
                <a:schemeClr val="accent1"/>
              </a:fillRef>
              <a:effectRef idx="2">
                <a:schemeClr val="accent1"/>
              </a:effectRef>
              <a:fontRef idx="minor">
                <a:schemeClr val="tx1"/>
              </a:fontRef>
            </p:style>
          </p:cxnSp>
          <p:sp>
            <p:nvSpPr>
              <p:cNvPr id="62" name="文本框 61">
                <a:extLst>
                  <a:ext uri="{FF2B5EF4-FFF2-40B4-BE49-F238E27FC236}">
                    <a16:creationId xmlns:a16="http://schemas.microsoft.com/office/drawing/2014/main" id="{29CC08CD-EDF2-1217-E095-0EF42054D565}"/>
                  </a:ext>
                </a:extLst>
              </p:cNvPr>
              <p:cNvSpPr txBox="1"/>
              <p:nvPr/>
            </p:nvSpPr>
            <p:spPr>
              <a:xfrm>
                <a:off x="2688520" y="3470965"/>
                <a:ext cx="457022"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S</a:t>
                </a:r>
                <a:r>
                  <a:rPr lang="en-US" altLang="zh-CN" i="1" baseline="-25000" dirty="0">
                    <a:latin typeface="Times New Roman" panose="02020603050405020304" pitchFamily="18" charset="0"/>
                    <a:cs typeface="Times New Roman" panose="02020603050405020304" pitchFamily="18" charset="0"/>
                  </a:rPr>
                  <a:t>o</a:t>
                </a:r>
                <a:endParaRPr lang="zh-CN" altLang="en-US" i="1" baseline="-25000" dirty="0">
                  <a:latin typeface="Times New Roman" panose="02020603050405020304" pitchFamily="18" charset="0"/>
                  <a:cs typeface="Times New Roman" panose="02020603050405020304" pitchFamily="18" charset="0"/>
                </a:endParaRPr>
              </a:p>
            </p:txBody>
          </p:sp>
          <p:sp>
            <p:nvSpPr>
              <p:cNvPr id="63" name="文本框 62">
                <a:extLst>
                  <a:ext uri="{FF2B5EF4-FFF2-40B4-BE49-F238E27FC236}">
                    <a16:creationId xmlns:a16="http://schemas.microsoft.com/office/drawing/2014/main" id="{990BEEF1-E009-ED83-646F-E78E173EC511}"/>
                  </a:ext>
                </a:extLst>
              </p:cNvPr>
              <p:cNvSpPr txBox="1"/>
              <p:nvPr/>
            </p:nvSpPr>
            <p:spPr>
              <a:xfrm>
                <a:off x="5351627" y="3229039"/>
                <a:ext cx="334228" cy="307777"/>
              </a:xfrm>
              <a:prstGeom prst="rect">
                <a:avLst/>
              </a:prstGeom>
              <a:noFill/>
              <a:ln>
                <a:noFill/>
              </a:ln>
            </p:spPr>
            <p:txBody>
              <a:bodyPr wrap="square" rtlCol="0">
                <a:spAutoFit/>
              </a:bodyPr>
              <a:lstStyle/>
              <a:p>
                <a:r>
                  <a:rPr lang="en-US" altLang="zh-CN" sz="1400" i="1" dirty="0">
                    <a:solidFill>
                      <a:srgbClr val="5B9BD5"/>
                    </a:solidFill>
                    <a:latin typeface="Times New Roman" panose="02020603050405020304" pitchFamily="18" charset="0"/>
                    <a:cs typeface="Times New Roman" panose="02020603050405020304" pitchFamily="18" charset="0"/>
                  </a:rPr>
                  <a:t>O</a:t>
                </a:r>
                <a:endParaRPr lang="zh-CN" altLang="en-US" sz="1400" i="1" baseline="-25000" dirty="0">
                  <a:solidFill>
                    <a:srgbClr val="5B9BD5"/>
                  </a:solidFill>
                  <a:latin typeface="Times New Roman" panose="02020603050405020304" pitchFamily="18" charset="0"/>
                  <a:cs typeface="Times New Roman" panose="02020603050405020304" pitchFamily="18" charset="0"/>
                </a:endParaRPr>
              </a:p>
            </p:txBody>
          </p:sp>
          <p:sp>
            <p:nvSpPr>
              <p:cNvPr id="64" name="文本框 63">
                <a:extLst>
                  <a:ext uri="{FF2B5EF4-FFF2-40B4-BE49-F238E27FC236}">
                    <a16:creationId xmlns:a16="http://schemas.microsoft.com/office/drawing/2014/main" id="{16EFF744-322D-E532-586C-5C520D8B1552}"/>
                  </a:ext>
                </a:extLst>
              </p:cNvPr>
              <p:cNvSpPr txBox="1"/>
              <p:nvPr/>
            </p:nvSpPr>
            <p:spPr>
              <a:xfrm>
                <a:off x="6137256" y="2294679"/>
                <a:ext cx="892080" cy="369332"/>
              </a:xfrm>
              <a:prstGeom prst="rect">
                <a:avLst/>
              </a:prstGeom>
              <a:noFill/>
            </p:spPr>
            <p:txBody>
              <a:bodyPr wrap="square" rtlCol="0">
                <a:spAutoFit/>
              </a:bodyPr>
              <a:lstStyle/>
              <a:p>
                <a:r>
                  <a:rPr lang="en-US" altLang="zh-CN" i="1" dirty="0">
                    <a:solidFill>
                      <a:schemeClr val="accent6"/>
                    </a:solidFill>
                    <a:latin typeface="Times New Roman" panose="02020603050405020304" pitchFamily="18" charset="0"/>
                    <a:cs typeface="Times New Roman" panose="02020603050405020304" pitchFamily="18" charset="0"/>
                  </a:rPr>
                  <a:t>A</a:t>
                </a:r>
                <a:r>
                  <a:rPr lang="en-US" altLang="zh-CN" dirty="0">
                    <a:solidFill>
                      <a:schemeClr val="accent6"/>
                    </a:solidFill>
                    <a:latin typeface="Times New Roman" panose="02020603050405020304" pitchFamily="18" charset="0"/>
                    <a:cs typeface="Times New Roman" panose="02020603050405020304" pitchFamily="18" charset="0"/>
                  </a:rPr>
                  <a:t>(</a:t>
                </a:r>
                <a:r>
                  <a:rPr lang="en-US" altLang="zh-CN" i="1" dirty="0" err="1">
                    <a:solidFill>
                      <a:schemeClr val="accent6"/>
                    </a:solidFill>
                    <a:latin typeface="Times New Roman" panose="02020603050405020304" pitchFamily="18" charset="0"/>
                    <a:cs typeface="Times New Roman" panose="02020603050405020304" pitchFamily="18" charset="0"/>
                  </a:rPr>
                  <a:t>x,y,z</a:t>
                </a:r>
                <a:r>
                  <a:rPr lang="en-US" altLang="zh-CN" dirty="0">
                    <a:solidFill>
                      <a:schemeClr val="accent6"/>
                    </a:solidFill>
                    <a:latin typeface="Times New Roman" panose="02020603050405020304" pitchFamily="18" charset="0"/>
                    <a:cs typeface="Times New Roman" panose="02020603050405020304" pitchFamily="18" charset="0"/>
                  </a:rPr>
                  <a:t>)</a:t>
                </a:r>
                <a:endParaRPr lang="zh-CN" altLang="en-US" baseline="-25000" dirty="0">
                  <a:solidFill>
                    <a:schemeClr val="accent6"/>
                  </a:solidFill>
                  <a:latin typeface="Times New Roman" panose="02020603050405020304" pitchFamily="18" charset="0"/>
                  <a:cs typeface="Times New Roman" panose="02020603050405020304" pitchFamily="18" charset="0"/>
                </a:endParaRPr>
              </a:p>
            </p:txBody>
          </p:sp>
          <p:sp>
            <p:nvSpPr>
              <p:cNvPr id="65" name="文本框 64">
                <a:extLst>
                  <a:ext uri="{FF2B5EF4-FFF2-40B4-BE49-F238E27FC236}">
                    <a16:creationId xmlns:a16="http://schemas.microsoft.com/office/drawing/2014/main" id="{1A389112-077B-4C5E-CFFA-0FC4AD542A4B}"/>
                  </a:ext>
                </a:extLst>
              </p:cNvPr>
              <p:cNvSpPr txBox="1"/>
              <p:nvPr/>
            </p:nvSpPr>
            <p:spPr>
              <a:xfrm>
                <a:off x="5708690" y="3539804"/>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x</a:t>
                </a:r>
                <a:endParaRPr lang="zh-CN" altLang="en-US" baseline="-25000" dirty="0">
                  <a:latin typeface="Times New Roman" panose="02020603050405020304" pitchFamily="18" charset="0"/>
                  <a:cs typeface="Times New Roman" panose="02020603050405020304" pitchFamily="18" charset="0"/>
                </a:endParaRPr>
              </a:p>
            </p:txBody>
          </p:sp>
          <p:sp>
            <p:nvSpPr>
              <p:cNvPr id="66" name="文本框 65">
                <a:extLst>
                  <a:ext uri="{FF2B5EF4-FFF2-40B4-BE49-F238E27FC236}">
                    <a16:creationId xmlns:a16="http://schemas.microsoft.com/office/drawing/2014/main" id="{FCB10137-5A19-209B-BF08-6574252DBAF4}"/>
                  </a:ext>
                </a:extLst>
              </p:cNvPr>
              <p:cNvSpPr txBox="1"/>
              <p:nvPr/>
            </p:nvSpPr>
            <p:spPr>
              <a:xfrm>
                <a:off x="6235968" y="3101007"/>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y</a:t>
                </a:r>
                <a:endParaRPr lang="zh-CN" altLang="en-US" baseline="-25000" dirty="0">
                  <a:latin typeface="Times New Roman" panose="02020603050405020304" pitchFamily="18" charset="0"/>
                  <a:cs typeface="Times New Roman" panose="02020603050405020304" pitchFamily="18" charset="0"/>
                </a:endParaRPr>
              </a:p>
            </p:txBody>
          </p:sp>
          <p:sp>
            <p:nvSpPr>
              <p:cNvPr id="67" name="弧形 66">
                <a:extLst>
                  <a:ext uri="{FF2B5EF4-FFF2-40B4-BE49-F238E27FC236}">
                    <a16:creationId xmlns:a16="http://schemas.microsoft.com/office/drawing/2014/main" id="{C184B149-E7DE-7FA2-A0D3-B119FFCC527E}"/>
                  </a:ext>
                </a:extLst>
              </p:cNvPr>
              <p:cNvSpPr/>
              <p:nvPr/>
            </p:nvSpPr>
            <p:spPr>
              <a:xfrm rot="9284281">
                <a:off x="5656003" y="3317264"/>
                <a:ext cx="328571" cy="73090"/>
              </a:xfrm>
              <a:prstGeom prst="arc">
                <a:avLst>
                  <a:gd name="adj1" fmla="val 16200000"/>
                  <a:gd name="adj2" fmla="val 20926179"/>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aphicFrame>
            <p:nvGraphicFramePr>
              <p:cNvPr id="68" name="对象 67">
                <a:extLst>
                  <a:ext uri="{FF2B5EF4-FFF2-40B4-BE49-F238E27FC236}">
                    <a16:creationId xmlns:a16="http://schemas.microsoft.com/office/drawing/2014/main" id="{5DD5B832-4E61-3247-F9A2-51169FDAA9CB}"/>
                  </a:ext>
                </a:extLst>
              </p:cNvPr>
              <p:cNvGraphicFramePr>
                <a:graphicFrameLocks noChangeAspect="1"/>
              </p:cNvGraphicFramePr>
              <p:nvPr/>
            </p:nvGraphicFramePr>
            <p:xfrm>
              <a:off x="5809760" y="3391961"/>
              <a:ext cx="174225" cy="232300"/>
            </p:xfrm>
            <a:graphic>
              <a:graphicData uri="http://schemas.openxmlformats.org/presentationml/2006/ole">
                <mc:AlternateContent xmlns:mc="http://schemas.openxmlformats.org/markup-compatibility/2006">
                  <mc:Choice xmlns:v="urn:schemas-microsoft-com:vml" Requires="v">
                    <p:oleObj name="Equation" r:id="rId2" imgW="152280" imgH="203040" progId="Equation.DSMT4">
                      <p:embed/>
                    </p:oleObj>
                  </mc:Choice>
                  <mc:Fallback>
                    <p:oleObj name="Equation" r:id="rId2" imgW="152280" imgH="203040" progId="Equation.DSMT4">
                      <p:embed/>
                      <p:pic>
                        <p:nvPicPr>
                          <p:cNvPr id="68" name="对象 67">
                            <a:extLst>
                              <a:ext uri="{FF2B5EF4-FFF2-40B4-BE49-F238E27FC236}">
                                <a16:creationId xmlns:a16="http://schemas.microsoft.com/office/drawing/2014/main" id="{F1AEA20A-B23D-3773-22C8-01C90D07754F}"/>
                              </a:ext>
                            </a:extLst>
                          </p:cNvPr>
                          <p:cNvPicPr/>
                          <p:nvPr/>
                        </p:nvPicPr>
                        <p:blipFill>
                          <a:blip r:embed="rId3"/>
                          <a:stretch>
                            <a:fillRect/>
                          </a:stretch>
                        </p:blipFill>
                        <p:spPr>
                          <a:xfrm>
                            <a:off x="5809760" y="3391961"/>
                            <a:ext cx="174225" cy="232300"/>
                          </a:xfrm>
                          <a:prstGeom prst="rect">
                            <a:avLst/>
                          </a:prstGeom>
                        </p:spPr>
                      </p:pic>
                    </p:oleObj>
                  </mc:Fallback>
                </mc:AlternateContent>
              </a:graphicData>
            </a:graphic>
          </p:graphicFrame>
          <p:graphicFrame>
            <p:nvGraphicFramePr>
              <p:cNvPr id="69" name="对象 68">
                <a:extLst>
                  <a:ext uri="{FF2B5EF4-FFF2-40B4-BE49-F238E27FC236}">
                    <a16:creationId xmlns:a16="http://schemas.microsoft.com/office/drawing/2014/main" id="{B6853B3B-1523-ED28-3676-351B849753FE}"/>
                  </a:ext>
                </a:extLst>
              </p:cNvPr>
              <p:cNvGraphicFramePr>
                <a:graphicFrameLocks noChangeAspect="1"/>
              </p:cNvGraphicFramePr>
              <p:nvPr/>
            </p:nvGraphicFramePr>
            <p:xfrm>
              <a:off x="6137256" y="3375939"/>
              <a:ext cx="147080" cy="137814"/>
            </p:xfrm>
            <a:graphic>
              <a:graphicData uri="http://schemas.openxmlformats.org/presentationml/2006/ole">
                <mc:AlternateContent xmlns:mc="http://schemas.openxmlformats.org/markup-compatibility/2006">
                  <mc:Choice xmlns:v="urn:schemas-microsoft-com:vml" Requires="v">
                    <p:oleObj name="Equation" r:id="rId4" imgW="177480" imgH="164880" progId="Equation.DSMT4">
                      <p:embed/>
                    </p:oleObj>
                  </mc:Choice>
                  <mc:Fallback>
                    <p:oleObj name="Equation" r:id="rId4" imgW="177480" imgH="164880" progId="Equation.DSMT4">
                      <p:embed/>
                      <p:pic>
                        <p:nvPicPr>
                          <p:cNvPr id="69" name="对象 68">
                            <a:extLst>
                              <a:ext uri="{FF2B5EF4-FFF2-40B4-BE49-F238E27FC236}">
                                <a16:creationId xmlns:a16="http://schemas.microsoft.com/office/drawing/2014/main" id="{34ED0CFC-6854-21C9-0AF6-D5CB020ECE2E}"/>
                              </a:ext>
                            </a:extLst>
                          </p:cNvPr>
                          <p:cNvPicPr/>
                          <p:nvPr/>
                        </p:nvPicPr>
                        <p:blipFill>
                          <a:blip r:embed="rId5"/>
                          <a:stretch>
                            <a:fillRect/>
                          </a:stretch>
                        </p:blipFill>
                        <p:spPr>
                          <a:xfrm>
                            <a:off x="6137256" y="3375939"/>
                            <a:ext cx="147080" cy="137814"/>
                          </a:xfrm>
                          <a:prstGeom prst="rect">
                            <a:avLst/>
                          </a:prstGeom>
                        </p:spPr>
                      </p:pic>
                    </p:oleObj>
                  </mc:Fallback>
                </mc:AlternateContent>
              </a:graphicData>
            </a:graphic>
          </p:graphicFrame>
          <p:sp>
            <p:nvSpPr>
              <p:cNvPr id="70" name="文本框 69">
                <a:extLst>
                  <a:ext uri="{FF2B5EF4-FFF2-40B4-BE49-F238E27FC236}">
                    <a16:creationId xmlns:a16="http://schemas.microsoft.com/office/drawing/2014/main" id="{957BDF4D-3208-8479-8612-8907CA504681}"/>
                  </a:ext>
                </a:extLst>
              </p:cNvPr>
              <p:cNvSpPr txBox="1"/>
              <p:nvPr/>
            </p:nvSpPr>
            <p:spPr>
              <a:xfrm>
                <a:off x="6638131" y="3574534"/>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s</a:t>
                </a:r>
                <a:endParaRPr lang="zh-CN" altLang="en-US" baseline="-25000" dirty="0">
                  <a:latin typeface="Times New Roman" panose="02020603050405020304" pitchFamily="18" charset="0"/>
                  <a:cs typeface="Times New Roman" panose="02020603050405020304" pitchFamily="18" charset="0"/>
                </a:endParaRPr>
              </a:p>
            </p:txBody>
          </p:sp>
          <p:sp>
            <p:nvSpPr>
              <p:cNvPr id="71" name="文本框 70">
                <a:extLst>
                  <a:ext uri="{FF2B5EF4-FFF2-40B4-BE49-F238E27FC236}">
                    <a16:creationId xmlns:a16="http://schemas.microsoft.com/office/drawing/2014/main" id="{DE3C18B9-F914-7548-A5CB-2C45D28FEC5F}"/>
                  </a:ext>
                </a:extLst>
              </p:cNvPr>
              <p:cNvSpPr txBox="1"/>
              <p:nvPr/>
            </p:nvSpPr>
            <p:spPr>
              <a:xfrm>
                <a:off x="5572461" y="1831624"/>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z</a:t>
                </a:r>
                <a:endParaRPr lang="zh-CN" altLang="en-US" baseline="-25000" dirty="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B260E1C2-1D27-E104-FA30-2C8CF2339C05}"/>
                  </a:ext>
                </a:extLst>
              </p:cNvPr>
              <p:cNvSpPr txBox="1"/>
              <p:nvPr/>
            </p:nvSpPr>
            <p:spPr>
              <a:xfrm>
                <a:off x="6539249" y="2922791"/>
                <a:ext cx="272457"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t</a:t>
                </a:r>
                <a:endParaRPr lang="zh-CN" altLang="en-US" baseline="-25000" dirty="0">
                  <a:latin typeface="Times New Roman" panose="02020603050405020304" pitchFamily="18" charset="0"/>
                  <a:cs typeface="Times New Roman" panose="02020603050405020304" pitchFamily="18" charset="0"/>
                </a:endParaRPr>
              </a:p>
            </p:txBody>
          </p:sp>
          <p:sp>
            <p:nvSpPr>
              <p:cNvPr id="73" name="文本框 72">
                <a:extLst>
                  <a:ext uri="{FF2B5EF4-FFF2-40B4-BE49-F238E27FC236}">
                    <a16:creationId xmlns:a16="http://schemas.microsoft.com/office/drawing/2014/main" id="{FBD079CC-030E-6CEE-36A1-B118A5F41FAD}"/>
                  </a:ext>
                </a:extLst>
              </p:cNvPr>
              <p:cNvSpPr txBox="1"/>
              <p:nvPr/>
            </p:nvSpPr>
            <p:spPr>
              <a:xfrm>
                <a:off x="5700849" y="2670611"/>
                <a:ext cx="272457" cy="369332"/>
              </a:xfrm>
              <a:prstGeom prst="rect">
                <a:avLst/>
              </a:prstGeom>
              <a:noFill/>
            </p:spPr>
            <p:txBody>
              <a:bodyPr wrap="square" rtlCol="0">
                <a:spAutoFit/>
              </a:bodyPr>
              <a:lstStyle/>
              <a:p>
                <a:r>
                  <a:rPr lang="en-US" altLang="zh-CN" i="1" dirty="0">
                    <a:solidFill>
                      <a:srgbClr val="FF0000"/>
                    </a:solidFill>
                    <a:latin typeface="Times New Roman" panose="02020603050405020304" pitchFamily="18" charset="0"/>
                    <a:cs typeface="Times New Roman" panose="02020603050405020304" pitchFamily="18" charset="0"/>
                  </a:rPr>
                  <a:t>r</a:t>
                </a:r>
                <a:endParaRPr lang="zh-CN" altLang="en-US" baseline="-25000" dirty="0">
                  <a:solidFill>
                    <a:srgbClr val="FF0000"/>
                  </a:solidFill>
                  <a:latin typeface="Times New Roman" panose="02020603050405020304" pitchFamily="18" charset="0"/>
                  <a:cs typeface="Times New Roman" panose="02020603050405020304" pitchFamily="18" charset="0"/>
                </a:endParaRPr>
              </a:p>
            </p:txBody>
          </p:sp>
          <p:sp>
            <p:nvSpPr>
              <p:cNvPr id="74" name="文本框 73">
                <a:extLst>
                  <a:ext uri="{FF2B5EF4-FFF2-40B4-BE49-F238E27FC236}">
                    <a16:creationId xmlns:a16="http://schemas.microsoft.com/office/drawing/2014/main" id="{D760172D-5A9B-50C1-C1E7-3B4EEBAD3A68}"/>
                  </a:ext>
                </a:extLst>
              </p:cNvPr>
              <p:cNvSpPr txBox="1"/>
              <p:nvPr/>
            </p:nvSpPr>
            <p:spPr>
              <a:xfrm rot="1490760">
                <a:off x="5608220" y="4104075"/>
                <a:ext cx="993071" cy="276999"/>
              </a:xfrm>
              <a:prstGeom prst="rect">
                <a:avLst/>
              </a:prstGeom>
              <a:noFill/>
            </p:spPr>
            <p:txBody>
              <a:bodyPr wrap="square" rtlCol="0">
                <a:spAutoFit/>
              </a:bodyPr>
              <a:lstStyle/>
              <a:p>
                <a:r>
                  <a:rPr lang="zh-CN" altLang="en-US" baseline="-25000" dirty="0">
                    <a:latin typeface="Times New Roman" panose="02020603050405020304" pitchFamily="18" charset="0"/>
                    <a:cs typeface="Times New Roman" panose="02020603050405020304" pitchFamily="18" charset="0"/>
                  </a:rPr>
                  <a:t>虚拟探测器</a:t>
                </a:r>
              </a:p>
            </p:txBody>
          </p:sp>
        </p:grpSp>
        <p:sp>
          <p:nvSpPr>
            <p:cNvPr id="76" name="文本框 75">
              <a:extLst>
                <a:ext uri="{FF2B5EF4-FFF2-40B4-BE49-F238E27FC236}">
                  <a16:creationId xmlns:a16="http://schemas.microsoft.com/office/drawing/2014/main" id="{C5B91FF6-DB2F-3EF4-C724-004754C935F8}"/>
                </a:ext>
              </a:extLst>
            </p:cNvPr>
            <p:cNvSpPr txBox="1"/>
            <p:nvPr/>
          </p:nvSpPr>
          <p:spPr>
            <a:xfrm>
              <a:off x="1237117" y="6195601"/>
              <a:ext cx="1820739" cy="297517"/>
            </a:xfrm>
            <a:prstGeom prst="rect">
              <a:avLst/>
            </a:prstGeom>
            <a:noFill/>
          </p:spPr>
          <p:txBody>
            <a:bodyPr wrap="square" rtlCol="0">
              <a:spAutoFit/>
            </a:bodyPr>
            <a:lstStyle/>
            <a:p>
              <a:r>
                <a:rPr lang="en-US" altLang="zh-CN" sz="2000" baseline="-25000" dirty="0">
                  <a:latin typeface="Times New Roman" panose="02020603050405020304" pitchFamily="18" charset="0"/>
                  <a:cs typeface="Times New Roman" panose="02020603050405020304" pitchFamily="18" charset="0"/>
                </a:rPr>
                <a:t>(a) </a:t>
              </a:r>
              <a:r>
                <a:rPr lang="zh-CN" altLang="en-US" sz="2000" baseline="-25000" dirty="0">
                  <a:latin typeface="Times New Roman" panose="02020603050405020304" pitchFamily="18" charset="0"/>
                  <a:cs typeface="Times New Roman" panose="02020603050405020304" pitchFamily="18" charset="0"/>
                </a:rPr>
                <a:t>扇形束旋转角定义</a:t>
              </a:r>
            </a:p>
          </p:txBody>
        </p:sp>
        <p:sp>
          <p:nvSpPr>
            <p:cNvPr id="18" name="文本框 17">
              <a:extLst>
                <a:ext uri="{FF2B5EF4-FFF2-40B4-BE49-F238E27FC236}">
                  <a16:creationId xmlns:a16="http://schemas.microsoft.com/office/drawing/2014/main" id="{BAFA25B1-52B1-E4C4-0E1D-C757F2939F11}"/>
                </a:ext>
              </a:extLst>
            </p:cNvPr>
            <p:cNvSpPr txBox="1"/>
            <p:nvPr/>
          </p:nvSpPr>
          <p:spPr>
            <a:xfrm>
              <a:off x="2425496" y="2522030"/>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y</a:t>
              </a:r>
              <a:endParaRPr lang="zh-CN" altLang="en-US" i="1" dirty="0">
                <a:latin typeface="Times New Roman" panose="02020603050405020304" pitchFamily="18" charset="0"/>
                <a:cs typeface="Times New Roman" panose="02020603050405020304" pitchFamily="18" charset="0"/>
              </a:endParaRPr>
            </a:p>
          </p:txBody>
        </p:sp>
        <p:cxnSp>
          <p:nvCxnSpPr>
            <p:cNvPr id="24" name="直接箭头连接符 23">
              <a:extLst>
                <a:ext uri="{FF2B5EF4-FFF2-40B4-BE49-F238E27FC236}">
                  <a16:creationId xmlns:a16="http://schemas.microsoft.com/office/drawing/2014/main" id="{EB7E892E-5FAC-576C-A360-5E1581919EB4}"/>
                </a:ext>
              </a:extLst>
            </p:cNvPr>
            <p:cNvCxnSpPr/>
            <p:nvPr/>
          </p:nvCxnSpPr>
          <p:spPr>
            <a:xfrm>
              <a:off x="475056" y="4955319"/>
              <a:ext cx="3900880"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8" name="直接箭头连接符 27">
              <a:extLst>
                <a:ext uri="{FF2B5EF4-FFF2-40B4-BE49-F238E27FC236}">
                  <a16:creationId xmlns:a16="http://schemas.microsoft.com/office/drawing/2014/main" id="{BC0C393D-43B5-36CC-ED8E-8BB938D64917}"/>
                </a:ext>
              </a:extLst>
            </p:cNvPr>
            <p:cNvCxnSpPr>
              <a:cxnSpLocks/>
            </p:cNvCxnSpPr>
            <p:nvPr/>
          </p:nvCxnSpPr>
          <p:spPr>
            <a:xfrm flipH="1" flipV="1">
              <a:off x="2425496" y="2648347"/>
              <a:ext cx="1" cy="355693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1" name="直接箭头连接符 30">
              <a:extLst>
                <a:ext uri="{FF2B5EF4-FFF2-40B4-BE49-F238E27FC236}">
                  <a16:creationId xmlns:a16="http://schemas.microsoft.com/office/drawing/2014/main" id="{71C5650A-0A3D-51F1-3EE0-94C8D6EE558C}"/>
                </a:ext>
              </a:extLst>
            </p:cNvPr>
            <p:cNvCxnSpPr>
              <a:cxnSpLocks/>
            </p:cNvCxnSpPr>
            <p:nvPr/>
          </p:nvCxnSpPr>
          <p:spPr>
            <a:xfrm>
              <a:off x="550557" y="3441106"/>
              <a:ext cx="1874940" cy="1514213"/>
            </a:xfrm>
            <a:prstGeom prst="straightConnector1">
              <a:avLst/>
            </a:prstGeom>
            <a:ln>
              <a:solidFill>
                <a:schemeClr val="tx1"/>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44" name="直接箭头连接符 43">
              <a:extLst>
                <a:ext uri="{FF2B5EF4-FFF2-40B4-BE49-F238E27FC236}">
                  <a16:creationId xmlns:a16="http://schemas.microsoft.com/office/drawing/2014/main" id="{B30D7C3E-F7ED-41A0-BD5E-9148E16C3E26}"/>
                </a:ext>
              </a:extLst>
            </p:cNvPr>
            <p:cNvCxnSpPr>
              <a:cxnSpLocks/>
            </p:cNvCxnSpPr>
            <p:nvPr/>
          </p:nvCxnSpPr>
          <p:spPr>
            <a:xfrm>
              <a:off x="550556" y="3441105"/>
              <a:ext cx="3397542" cy="1037964"/>
            </a:xfrm>
            <a:prstGeom prst="straightConnector1">
              <a:avLst/>
            </a:prstGeom>
            <a:ln>
              <a:solidFill>
                <a:schemeClr val="tx1"/>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51" name="直接箭头连接符 50">
              <a:extLst>
                <a:ext uri="{FF2B5EF4-FFF2-40B4-BE49-F238E27FC236}">
                  <a16:creationId xmlns:a16="http://schemas.microsoft.com/office/drawing/2014/main" id="{E3A1B3D7-F4C4-2D61-D5AF-0EF48C56209F}"/>
                </a:ext>
              </a:extLst>
            </p:cNvPr>
            <p:cNvCxnSpPr>
              <a:cxnSpLocks/>
            </p:cNvCxnSpPr>
            <p:nvPr/>
          </p:nvCxnSpPr>
          <p:spPr>
            <a:xfrm>
              <a:off x="2403059" y="4936487"/>
              <a:ext cx="692573" cy="574821"/>
            </a:xfrm>
            <a:prstGeom prst="straightConnector1">
              <a:avLst/>
            </a:prstGeom>
            <a:ln>
              <a:solidFill>
                <a:schemeClr val="tx1"/>
              </a:solidFill>
              <a:prstDash val="sysDash"/>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54" name="直接箭头连接符 53">
              <a:extLst>
                <a:ext uri="{FF2B5EF4-FFF2-40B4-BE49-F238E27FC236}">
                  <a16:creationId xmlns:a16="http://schemas.microsoft.com/office/drawing/2014/main" id="{10BE9898-5A07-4CF1-0E8A-2541A4CBEC93}"/>
                </a:ext>
              </a:extLst>
            </p:cNvPr>
            <p:cNvCxnSpPr>
              <a:cxnSpLocks/>
            </p:cNvCxnSpPr>
            <p:nvPr/>
          </p:nvCxnSpPr>
          <p:spPr>
            <a:xfrm flipV="1">
              <a:off x="1605249" y="3668910"/>
              <a:ext cx="1853042" cy="2319063"/>
            </a:xfrm>
            <a:prstGeom prst="straightConnector1">
              <a:avLst/>
            </a:prstGeom>
            <a:ln>
              <a:solidFill>
                <a:srgbClr val="FF0000"/>
              </a:solidFill>
              <a:prstDash val="sysDash"/>
              <a:headEnd type="none" w="med" len="med"/>
              <a:tailEnd type="arrow" w="med" len="med"/>
            </a:ln>
          </p:spPr>
          <p:style>
            <a:lnRef idx="3">
              <a:schemeClr val="accent5"/>
            </a:lnRef>
            <a:fillRef idx="0">
              <a:schemeClr val="accent5"/>
            </a:fillRef>
            <a:effectRef idx="2">
              <a:schemeClr val="accent5"/>
            </a:effectRef>
            <a:fontRef idx="minor">
              <a:schemeClr val="tx1"/>
            </a:fontRef>
          </p:style>
        </p:cxnSp>
        <p:cxnSp>
          <p:nvCxnSpPr>
            <p:cNvPr id="55" name="连接符: 肘形 54">
              <a:extLst>
                <a:ext uri="{FF2B5EF4-FFF2-40B4-BE49-F238E27FC236}">
                  <a16:creationId xmlns:a16="http://schemas.microsoft.com/office/drawing/2014/main" id="{647447DB-1F20-4A5F-365C-84602426A04F}"/>
                </a:ext>
              </a:extLst>
            </p:cNvPr>
            <p:cNvCxnSpPr>
              <a:cxnSpLocks/>
            </p:cNvCxnSpPr>
            <p:nvPr/>
          </p:nvCxnSpPr>
          <p:spPr>
            <a:xfrm rot="2400000">
              <a:off x="2440254" y="4899797"/>
              <a:ext cx="131540" cy="93904"/>
            </a:xfrm>
            <a:prstGeom prst="bentConnector3">
              <a:avLst>
                <a:gd name="adj1" fmla="val 103102"/>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73733972-26B3-6DDA-171F-3563A46B1AFB}"/>
                </a:ext>
              </a:extLst>
            </p:cNvPr>
            <p:cNvSpPr txBox="1"/>
            <p:nvPr/>
          </p:nvSpPr>
          <p:spPr>
            <a:xfrm>
              <a:off x="3701206" y="4097859"/>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M</a:t>
              </a:r>
              <a:endParaRPr lang="zh-CN" altLang="en-US" i="1" dirty="0">
                <a:latin typeface="Times New Roman" panose="02020603050405020304" pitchFamily="18" charset="0"/>
                <a:cs typeface="Times New Roman" panose="02020603050405020304" pitchFamily="18" charset="0"/>
              </a:endParaRPr>
            </a:p>
          </p:txBody>
        </p:sp>
        <p:sp>
          <p:nvSpPr>
            <p:cNvPr id="61" name="文本框 60">
              <a:extLst>
                <a:ext uri="{FF2B5EF4-FFF2-40B4-BE49-F238E27FC236}">
                  <a16:creationId xmlns:a16="http://schemas.microsoft.com/office/drawing/2014/main" id="{89245369-A6F3-4A23-3829-481368E2FDB1}"/>
                </a:ext>
              </a:extLst>
            </p:cNvPr>
            <p:cNvSpPr txBox="1"/>
            <p:nvPr/>
          </p:nvSpPr>
          <p:spPr>
            <a:xfrm>
              <a:off x="4159468" y="4869805"/>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x</a:t>
              </a:r>
              <a:endParaRPr lang="zh-CN" altLang="en-US" i="1" dirty="0">
                <a:latin typeface="Times New Roman" panose="02020603050405020304" pitchFamily="18" charset="0"/>
                <a:cs typeface="Times New Roman" panose="02020603050405020304" pitchFamily="18" charset="0"/>
              </a:endParaRPr>
            </a:p>
          </p:txBody>
        </p:sp>
        <p:sp>
          <p:nvSpPr>
            <p:cNvPr id="90" name="文本框 89">
              <a:extLst>
                <a:ext uri="{FF2B5EF4-FFF2-40B4-BE49-F238E27FC236}">
                  <a16:creationId xmlns:a16="http://schemas.microsoft.com/office/drawing/2014/main" id="{F924B805-C86D-E4F0-0233-F7EC0531A01B}"/>
                </a:ext>
              </a:extLst>
            </p:cNvPr>
            <p:cNvSpPr txBox="1"/>
            <p:nvPr/>
          </p:nvSpPr>
          <p:spPr>
            <a:xfrm>
              <a:off x="246545" y="3247023"/>
              <a:ext cx="457022"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S</a:t>
              </a:r>
              <a:r>
                <a:rPr lang="en-US" altLang="zh-CN" i="1" baseline="-25000" dirty="0">
                  <a:latin typeface="Times New Roman" panose="02020603050405020304" pitchFamily="18" charset="0"/>
                  <a:cs typeface="Times New Roman" panose="02020603050405020304" pitchFamily="18" charset="0"/>
                </a:rPr>
                <a:t>o</a:t>
              </a:r>
              <a:endParaRPr lang="zh-CN" altLang="en-US" i="1" baseline="-25000" dirty="0">
                <a:latin typeface="Times New Roman" panose="02020603050405020304" pitchFamily="18" charset="0"/>
                <a:cs typeface="Times New Roman" panose="02020603050405020304" pitchFamily="18" charset="0"/>
              </a:endParaRPr>
            </a:p>
          </p:txBody>
        </p:sp>
        <p:sp>
          <p:nvSpPr>
            <p:cNvPr id="91" name="文本框 90">
              <a:extLst>
                <a:ext uri="{FF2B5EF4-FFF2-40B4-BE49-F238E27FC236}">
                  <a16:creationId xmlns:a16="http://schemas.microsoft.com/office/drawing/2014/main" id="{94C29103-6591-73E9-5A57-70EF47BF1B43}"/>
                </a:ext>
              </a:extLst>
            </p:cNvPr>
            <p:cNvSpPr txBox="1"/>
            <p:nvPr/>
          </p:nvSpPr>
          <p:spPr>
            <a:xfrm>
              <a:off x="1937166" y="4931882"/>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O</a:t>
              </a:r>
              <a:endParaRPr lang="zh-CN" altLang="en-US" i="1" dirty="0">
                <a:latin typeface="Times New Roman" panose="02020603050405020304" pitchFamily="18" charset="0"/>
                <a:cs typeface="Times New Roman" panose="02020603050405020304" pitchFamily="18" charset="0"/>
              </a:endParaRPr>
            </a:p>
          </p:txBody>
        </p:sp>
        <p:sp>
          <p:nvSpPr>
            <p:cNvPr id="95" name="弧形 94">
              <a:extLst>
                <a:ext uri="{FF2B5EF4-FFF2-40B4-BE49-F238E27FC236}">
                  <a16:creationId xmlns:a16="http://schemas.microsoft.com/office/drawing/2014/main" id="{00CE8A9B-74BA-534E-9212-8F8E2B8F3BA2}"/>
                </a:ext>
              </a:extLst>
            </p:cNvPr>
            <p:cNvSpPr/>
            <p:nvPr/>
          </p:nvSpPr>
          <p:spPr>
            <a:xfrm>
              <a:off x="2094131" y="4808142"/>
              <a:ext cx="328571" cy="73090"/>
            </a:xfrm>
            <a:prstGeom prst="arc">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aphicFrame>
          <p:nvGraphicFramePr>
            <p:cNvPr id="96" name="对象 95">
              <a:extLst>
                <a:ext uri="{FF2B5EF4-FFF2-40B4-BE49-F238E27FC236}">
                  <a16:creationId xmlns:a16="http://schemas.microsoft.com/office/drawing/2014/main" id="{26665773-9054-7173-8E2D-9DFF6AD3330D}"/>
                </a:ext>
              </a:extLst>
            </p:cNvPr>
            <p:cNvGraphicFramePr>
              <a:graphicFrameLocks noChangeAspect="1"/>
            </p:cNvGraphicFramePr>
            <p:nvPr>
              <p:extLst>
                <p:ext uri="{D42A27DB-BD31-4B8C-83A1-F6EECF244321}">
                  <p14:modId xmlns:p14="http://schemas.microsoft.com/office/powerpoint/2010/main" val="1438249630"/>
                </p:ext>
              </p:extLst>
            </p:nvPr>
          </p:nvGraphicFramePr>
          <p:xfrm>
            <a:off x="2174098" y="4466653"/>
            <a:ext cx="239625" cy="319500"/>
          </p:xfrm>
          <a:graphic>
            <a:graphicData uri="http://schemas.openxmlformats.org/presentationml/2006/ole">
              <mc:AlternateContent xmlns:mc="http://schemas.openxmlformats.org/markup-compatibility/2006">
                <mc:Choice xmlns:v="urn:schemas-microsoft-com:vml" Requires="v">
                  <p:oleObj name="Equation" r:id="rId2" imgW="152280" imgH="203040" progId="Equation.DSMT4">
                    <p:embed/>
                  </p:oleObj>
                </mc:Choice>
                <mc:Fallback>
                  <p:oleObj name="Equation" r:id="rId2" imgW="152280" imgH="203040" progId="Equation.DSMT4">
                    <p:embed/>
                    <p:pic>
                      <p:nvPicPr>
                        <p:cNvPr id="40" name="对象 39">
                          <a:extLst>
                            <a:ext uri="{FF2B5EF4-FFF2-40B4-BE49-F238E27FC236}">
                              <a16:creationId xmlns:a16="http://schemas.microsoft.com/office/drawing/2014/main" id="{B79EEDD3-02CA-4661-3442-DB93B03DA854}"/>
                            </a:ext>
                          </a:extLst>
                        </p:cNvPr>
                        <p:cNvPicPr/>
                        <p:nvPr/>
                      </p:nvPicPr>
                      <p:blipFill>
                        <a:blip r:embed="rId3"/>
                        <a:stretch>
                          <a:fillRect/>
                        </a:stretch>
                      </p:blipFill>
                      <p:spPr>
                        <a:xfrm>
                          <a:off x="2174098" y="4466653"/>
                          <a:ext cx="239625" cy="319500"/>
                        </a:xfrm>
                        <a:prstGeom prst="rect">
                          <a:avLst/>
                        </a:prstGeom>
                      </p:spPr>
                    </p:pic>
                  </p:oleObj>
                </mc:Fallback>
              </mc:AlternateContent>
            </a:graphicData>
          </a:graphic>
        </p:graphicFrame>
        <p:sp>
          <p:nvSpPr>
            <p:cNvPr id="97" name="弧形 96">
              <a:extLst>
                <a:ext uri="{FF2B5EF4-FFF2-40B4-BE49-F238E27FC236}">
                  <a16:creationId xmlns:a16="http://schemas.microsoft.com/office/drawing/2014/main" id="{0A93CEEE-53E5-A631-CF39-4A95E6802EE4}"/>
                </a:ext>
              </a:extLst>
            </p:cNvPr>
            <p:cNvSpPr/>
            <p:nvPr/>
          </p:nvSpPr>
          <p:spPr>
            <a:xfrm rot="7717470">
              <a:off x="758945" y="3503218"/>
              <a:ext cx="328571" cy="73090"/>
            </a:xfrm>
            <a:prstGeom prst="arc">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04" name="弧形 103">
              <a:extLst>
                <a:ext uri="{FF2B5EF4-FFF2-40B4-BE49-F238E27FC236}">
                  <a16:creationId xmlns:a16="http://schemas.microsoft.com/office/drawing/2014/main" id="{6E20C631-DD49-7912-1E27-61B71405BA82}"/>
                </a:ext>
              </a:extLst>
            </p:cNvPr>
            <p:cNvSpPr/>
            <p:nvPr/>
          </p:nvSpPr>
          <p:spPr>
            <a:xfrm rot="3255547">
              <a:off x="2325688" y="4695785"/>
              <a:ext cx="480651" cy="142714"/>
            </a:xfrm>
            <a:prstGeom prst="arc">
              <a:avLst/>
            </a:prstGeom>
            <a:ln>
              <a:solidFill>
                <a:srgbClr val="FF000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aphicFrame>
          <p:nvGraphicFramePr>
            <p:cNvPr id="109" name="对象 108">
              <a:extLst>
                <a:ext uri="{FF2B5EF4-FFF2-40B4-BE49-F238E27FC236}">
                  <a16:creationId xmlns:a16="http://schemas.microsoft.com/office/drawing/2014/main" id="{BC73F9AB-50A3-B1C9-6BA7-8F8CD698104C}"/>
                </a:ext>
              </a:extLst>
            </p:cNvPr>
            <p:cNvGraphicFramePr>
              <a:graphicFrameLocks noChangeAspect="1"/>
            </p:cNvGraphicFramePr>
            <p:nvPr>
              <p:extLst>
                <p:ext uri="{D42A27DB-BD31-4B8C-83A1-F6EECF244321}">
                  <p14:modId xmlns:p14="http://schemas.microsoft.com/office/powerpoint/2010/main" val="3053726194"/>
                </p:ext>
              </p:extLst>
            </p:nvPr>
          </p:nvGraphicFramePr>
          <p:xfrm>
            <a:off x="2733875" y="4605269"/>
            <a:ext cx="239625" cy="319500"/>
          </p:xfrm>
          <a:graphic>
            <a:graphicData uri="http://schemas.openxmlformats.org/presentationml/2006/ole">
              <mc:AlternateContent xmlns:mc="http://schemas.openxmlformats.org/markup-compatibility/2006">
                <mc:Choice xmlns:v="urn:schemas-microsoft-com:vml" Requires="v">
                  <p:oleObj name="Equation" r:id="rId2" imgW="152280" imgH="203040" progId="Equation.DSMT4">
                    <p:embed/>
                  </p:oleObj>
                </mc:Choice>
                <mc:Fallback>
                  <p:oleObj name="Equation" r:id="rId2" imgW="152280" imgH="203040" progId="Equation.DSMT4">
                    <p:embed/>
                    <p:pic>
                      <p:nvPicPr>
                        <p:cNvPr id="8" name="对象 7">
                          <a:extLst>
                            <a:ext uri="{FF2B5EF4-FFF2-40B4-BE49-F238E27FC236}">
                              <a16:creationId xmlns:a16="http://schemas.microsoft.com/office/drawing/2014/main" id="{912C9342-70AA-DD1B-E6F7-677B67FF0618}"/>
                            </a:ext>
                          </a:extLst>
                        </p:cNvPr>
                        <p:cNvPicPr/>
                        <p:nvPr/>
                      </p:nvPicPr>
                      <p:blipFill>
                        <a:blip r:embed="rId3"/>
                        <a:stretch>
                          <a:fillRect/>
                        </a:stretch>
                      </p:blipFill>
                      <p:spPr>
                        <a:xfrm>
                          <a:off x="2733875" y="4605269"/>
                          <a:ext cx="239625" cy="319500"/>
                        </a:xfrm>
                        <a:prstGeom prst="rect">
                          <a:avLst/>
                        </a:prstGeom>
                      </p:spPr>
                    </p:pic>
                  </p:oleObj>
                </mc:Fallback>
              </mc:AlternateContent>
            </a:graphicData>
          </a:graphic>
        </p:graphicFrame>
        <p:cxnSp>
          <p:nvCxnSpPr>
            <p:cNvPr id="119" name="连接符: 曲线 118">
              <a:extLst>
                <a:ext uri="{FF2B5EF4-FFF2-40B4-BE49-F238E27FC236}">
                  <a16:creationId xmlns:a16="http://schemas.microsoft.com/office/drawing/2014/main" id="{0BDF79E4-76D9-EA11-926C-BB6E68B7DCC4}"/>
                </a:ext>
              </a:extLst>
            </p:cNvPr>
            <p:cNvCxnSpPr>
              <a:cxnSpLocks/>
            </p:cNvCxnSpPr>
            <p:nvPr/>
          </p:nvCxnSpPr>
          <p:spPr>
            <a:xfrm rot="10800000">
              <a:off x="7131826" y="5388171"/>
              <a:ext cx="714883" cy="31296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26" name="文本框 125">
              <a:extLst>
                <a:ext uri="{FF2B5EF4-FFF2-40B4-BE49-F238E27FC236}">
                  <a16:creationId xmlns:a16="http://schemas.microsoft.com/office/drawing/2014/main" id="{7BBAA3C7-B04C-883B-1DA0-01FB545EDBE4}"/>
                </a:ext>
              </a:extLst>
            </p:cNvPr>
            <p:cNvSpPr txBox="1"/>
            <p:nvPr/>
          </p:nvSpPr>
          <p:spPr>
            <a:xfrm>
              <a:off x="6996512" y="2537903"/>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y</a:t>
              </a:r>
              <a:endParaRPr lang="zh-CN" altLang="en-US" i="1" dirty="0">
                <a:latin typeface="Times New Roman" panose="02020603050405020304" pitchFamily="18" charset="0"/>
                <a:cs typeface="Times New Roman" panose="02020603050405020304" pitchFamily="18" charset="0"/>
              </a:endParaRPr>
            </a:p>
          </p:txBody>
        </p:sp>
        <p:cxnSp>
          <p:nvCxnSpPr>
            <p:cNvPr id="127" name="直接箭头连接符 126">
              <a:extLst>
                <a:ext uri="{FF2B5EF4-FFF2-40B4-BE49-F238E27FC236}">
                  <a16:creationId xmlns:a16="http://schemas.microsoft.com/office/drawing/2014/main" id="{A921442D-6C9E-B7A2-1241-C25A81F3B910}"/>
                </a:ext>
              </a:extLst>
            </p:cNvPr>
            <p:cNvCxnSpPr/>
            <p:nvPr/>
          </p:nvCxnSpPr>
          <p:spPr>
            <a:xfrm>
              <a:off x="5046072" y="4971192"/>
              <a:ext cx="3900880"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28" name="直接箭头连接符 127">
              <a:extLst>
                <a:ext uri="{FF2B5EF4-FFF2-40B4-BE49-F238E27FC236}">
                  <a16:creationId xmlns:a16="http://schemas.microsoft.com/office/drawing/2014/main" id="{DE6D2D6A-05C4-5097-5EC0-6BD8BCD6F043}"/>
                </a:ext>
              </a:extLst>
            </p:cNvPr>
            <p:cNvCxnSpPr>
              <a:cxnSpLocks/>
            </p:cNvCxnSpPr>
            <p:nvPr/>
          </p:nvCxnSpPr>
          <p:spPr>
            <a:xfrm flipH="1" flipV="1">
              <a:off x="6996512" y="2664220"/>
              <a:ext cx="1" cy="3556932"/>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29" name="直接箭头连接符 128">
              <a:extLst>
                <a:ext uri="{FF2B5EF4-FFF2-40B4-BE49-F238E27FC236}">
                  <a16:creationId xmlns:a16="http://schemas.microsoft.com/office/drawing/2014/main" id="{06604433-1CB2-F550-AFD4-AC7A4B6448C7}"/>
                </a:ext>
              </a:extLst>
            </p:cNvPr>
            <p:cNvCxnSpPr>
              <a:cxnSpLocks/>
            </p:cNvCxnSpPr>
            <p:nvPr/>
          </p:nvCxnSpPr>
          <p:spPr>
            <a:xfrm>
              <a:off x="5121573" y="3456979"/>
              <a:ext cx="1874940" cy="1514213"/>
            </a:xfrm>
            <a:prstGeom prst="straightConnector1">
              <a:avLst/>
            </a:prstGeom>
            <a:ln>
              <a:solidFill>
                <a:schemeClr val="tx1"/>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132" name="直接箭头连接符 131">
              <a:extLst>
                <a:ext uri="{FF2B5EF4-FFF2-40B4-BE49-F238E27FC236}">
                  <a16:creationId xmlns:a16="http://schemas.microsoft.com/office/drawing/2014/main" id="{D71F74E0-E716-73CE-05DA-E93C013A8094}"/>
                </a:ext>
              </a:extLst>
            </p:cNvPr>
            <p:cNvCxnSpPr>
              <a:cxnSpLocks/>
            </p:cNvCxnSpPr>
            <p:nvPr/>
          </p:nvCxnSpPr>
          <p:spPr>
            <a:xfrm>
              <a:off x="5121572" y="3456978"/>
              <a:ext cx="3397542" cy="1037964"/>
            </a:xfrm>
            <a:prstGeom prst="straightConnector1">
              <a:avLst/>
            </a:prstGeom>
            <a:ln>
              <a:solidFill>
                <a:schemeClr val="tx1"/>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134" name="直接箭头连接符 133">
              <a:extLst>
                <a:ext uri="{FF2B5EF4-FFF2-40B4-BE49-F238E27FC236}">
                  <a16:creationId xmlns:a16="http://schemas.microsoft.com/office/drawing/2014/main" id="{222D3581-CE84-3361-F3DB-2FCFD5197D2B}"/>
                </a:ext>
              </a:extLst>
            </p:cNvPr>
            <p:cNvCxnSpPr>
              <a:cxnSpLocks/>
            </p:cNvCxnSpPr>
            <p:nvPr/>
          </p:nvCxnSpPr>
          <p:spPr>
            <a:xfrm>
              <a:off x="6974075" y="4952360"/>
              <a:ext cx="692573" cy="574821"/>
            </a:xfrm>
            <a:prstGeom prst="straightConnector1">
              <a:avLst/>
            </a:prstGeom>
            <a:ln>
              <a:solidFill>
                <a:schemeClr val="tx1"/>
              </a:solidFill>
              <a:prstDash val="sysDash"/>
              <a:headEnd type="none" w="med" len="med"/>
              <a:tailEnd type="arrow" w="med" len="med"/>
            </a:ln>
          </p:spPr>
          <p:style>
            <a:lnRef idx="3">
              <a:schemeClr val="accent5"/>
            </a:lnRef>
            <a:fillRef idx="0">
              <a:schemeClr val="accent5"/>
            </a:fillRef>
            <a:effectRef idx="2">
              <a:schemeClr val="accent5"/>
            </a:effectRef>
            <a:fontRef idx="minor">
              <a:schemeClr val="tx1"/>
            </a:fontRef>
          </p:style>
        </p:cxnSp>
        <p:cxnSp>
          <p:nvCxnSpPr>
            <p:cNvPr id="135" name="直接箭头连接符 134">
              <a:extLst>
                <a:ext uri="{FF2B5EF4-FFF2-40B4-BE49-F238E27FC236}">
                  <a16:creationId xmlns:a16="http://schemas.microsoft.com/office/drawing/2014/main" id="{6752D86E-13B4-8D51-D59F-DBBC6A105689}"/>
                </a:ext>
              </a:extLst>
            </p:cNvPr>
            <p:cNvCxnSpPr>
              <a:cxnSpLocks/>
            </p:cNvCxnSpPr>
            <p:nvPr/>
          </p:nvCxnSpPr>
          <p:spPr>
            <a:xfrm flipV="1">
              <a:off x="6176265" y="3684783"/>
              <a:ext cx="1853042" cy="2319063"/>
            </a:xfrm>
            <a:prstGeom prst="straightConnector1">
              <a:avLst/>
            </a:prstGeom>
            <a:ln>
              <a:solidFill>
                <a:srgbClr val="FF0000"/>
              </a:solidFill>
              <a:prstDash val="sysDash"/>
              <a:headEnd type="arrow" w="med" len="med"/>
              <a:tailEnd type="none" w="med" len="med"/>
            </a:ln>
          </p:spPr>
          <p:style>
            <a:lnRef idx="3">
              <a:schemeClr val="accent5"/>
            </a:lnRef>
            <a:fillRef idx="0">
              <a:schemeClr val="accent5"/>
            </a:fillRef>
            <a:effectRef idx="2">
              <a:schemeClr val="accent5"/>
            </a:effectRef>
            <a:fontRef idx="minor">
              <a:schemeClr val="tx1"/>
            </a:fontRef>
          </p:style>
        </p:cxnSp>
        <p:cxnSp>
          <p:nvCxnSpPr>
            <p:cNvPr id="136" name="连接符: 肘形 135">
              <a:extLst>
                <a:ext uri="{FF2B5EF4-FFF2-40B4-BE49-F238E27FC236}">
                  <a16:creationId xmlns:a16="http://schemas.microsoft.com/office/drawing/2014/main" id="{695CE73F-26B5-214E-E42E-0176EC4BF304}"/>
                </a:ext>
              </a:extLst>
            </p:cNvPr>
            <p:cNvCxnSpPr>
              <a:cxnSpLocks/>
            </p:cNvCxnSpPr>
            <p:nvPr/>
          </p:nvCxnSpPr>
          <p:spPr>
            <a:xfrm rot="2400000">
              <a:off x="7011270" y="4915670"/>
              <a:ext cx="131540" cy="93904"/>
            </a:xfrm>
            <a:prstGeom prst="bentConnector3">
              <a:avLst>
                <a:gd name="adj1" fmla="val 103102"/>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37" name="文本框 136">
              <a:extLst>
                <a:ext uri="{FF2B5EF4-FFF2-40B4-BE49-F238E27FC236}">
                  <a16:creationId xmlns:a16="http://schemas.microsoft.com/office/drawing/2014/main" id="{692D476D-F299-42C3-EF2D-36362EF2E8A4}"/>
                </a:ext>
              </a:extLst>
            </p:cNvPr>
            <p:cNvSpPr txBox="1"/>
            <p:nvPr/>
          </p:nvSpPr>
          <p:spPr>
            <a:xfrm>
              <a:off x="8272222" y="4113732"/>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M</a:t>
              </a:r>
              <a:endParaRPr lang="zh-CN" altLang="en-US" i="1" dirty="0">
                <a:latin typeface="Times New Roman" panose="02020603050405020304" pitchFamily="18" charset="0"/>
                <a:cs typeface="Times New Roman" panose="02020603050405020304" pitchFamily="18" charset="0"/>
              </a:endParaRPr>
            </a:p>
          </p:txBody>
        </p:sp>
        <p:sp>
          <p:nvSpPr>
            <p:cNvPr id="138" name="文本框 137">
              <a:extLst>
                <a:ext uri="{FF2B5EF4-FFF2-40B4-BE49-F238E27FC236}">
                  <a16:creationId xmlns:a16="http://schemas.microsoft.com/office/drawing/2014/main" id="{EFAF9EA7-990E-FAA2-6B4A-6155BC4FD4DC}"/>
                </a:ext>
              </a:extLst>
            </p:cNvPr>
            <p:cNvSpPr txBox="1"/>
            <p:nvPr/>
          </p:nvSpPr>
          <p:spPr>
            <a:xfrm>
              <a:off x="8730484" y="4885678"/>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x</a:t>
              </a:r>
              <a:endParaRPr lang="zh-CN" altLang="en-US" i="1" dirty="0">
                <a:latin typeface="Times New Roman" panose="02020603050405020304" pitchFamily="18" charset="0"/>
                <a:cs typeface="Times New Roman" panose="02020603050405020304" pitchFamily="18" charset="0"/>
              </a:endParaRPr>
            </a:p>
          </p:txBody>
        </p:sp>
        <p:sp>
          <p:nvSpPr>
            <p:cNvPr id="140" name="文本框 139">
              <a:extLst>
                <a:ext uri="{FF2B5EF4-FFF2-40B4-BE49-F238E27FC236}">
                  <a16:creationId xmlns:a16="http://schemas.microsoft.com/office/drawing/2014/main" id="{C11DA402-2887-95C1-F2BC-B2F35694B232}"/>
                </a:ext>
              </a:extLst>
            </p:cNvPr>
            <p:cNvSpPr txBox="1"/>
            <p:nvPr/>
          </p:nvSpPr>
          <p:spPr>
            <a:xfrm>
              <a:off x="4817561" y="3262896"/>
              <a:ext cx="457022"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S</a:t>
              </a:r>
              <a:r>
                <a:rPr lang="en-US" altLang="zh-CN" i="1" baseline="-25000" dirty="0">
                  <a:latin typeface="Times New Roman" panose="02020603050405020304" pitchFamily="18" charset="0"/>
                  <a:cs typeface="Times New Roman" panose="02020603050405020304" pitchFamily="18" charset="0"/>
                </a:rPr>
                <a:t>o</a:t>
              </a:r>
              <a:endParaRPr lang="zh-CN" altLang="en-US" i="1" baseline="-25000" dirty="0">
                <a:latin typeface="Times New Roman" panose="02020603050405020304" pitchFamily="18" charset="0"/>
                <a:cs typeface="Times New Roman" panose="02020603050405020304" pitchFamily="18" charset="0"/>
              </a:endParaRPr>
            </a:p>
          </p:txBody>
        </p:sp>
        <p:sp>
          <p:nvSpPr>
            <p:cNvPr id="141" name="文本框 140">
              <a:extLst>
                <a:ext uri="{FF2B5EF4-FFF2-40B4-BE49-F238E27FC236}">
                  <a16:creationId xmlns:a16="http://schemas.microsoft.com/office/drawing/2014/main" id="{9AA05ADE-A6B2-389D-12F1-9518F1455C02}"/>
                </a:ext>
              </a:extLst>
            </p:cNvPr>
            <p:cNvSpPr txBox="1"/>
            <p:nvPr/>
          </p:nvSpPr>
          <p:spPr>
            <a:xfrm>
              <a:off x="6508182" y="4947755"/>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O</a:t>
              </a:r>
              <a:endParaRPr lang="zh-CN" altLang="en-US" i="1" dirty="0">
                <a:latin typeface="Times New Roman" panose="02020603050405020304" pitchFamily="18" charset="0"/>
                <a:cs typeface="Times New Roman" panose="02020603050405020304" pitchFamily="18" charset="0"/>
              </a:endParaRPr>
            </a:p>
          </p:txBody>
        </p:sp>
        <p:sp>
          <p:nvSpPr>
            <p:cNvPr id="142" name="弧形 141">
              <a:extLst>
                <a:ext uri="{FF2B5EF4-FFF2-40B4-BE49-F238E27FC236}">
                  <a16:creationId xmlns:a16="http://schemas.microsoft.com/office/drawing/2014/main" id="{24DAEC74-FD63-26AD-D564-B470AC6A463D}"/>
                </a:ext>
              </a:extLst>
            </p:cNvPr>
            <p:cNvSpPr/>
            <p:nvPr/>
          </p:nvSpPr>
          <p:spPr>
            <a:xfrm>
              <a:off x="6665147" y="4824015"/>
              <a:ext cx="328571" cy="73090"/>
            </a:xfrm>
            <a:prstGeom prst="arc">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aphicFrame>
          <p:nvGraphicFramePr>
            <p:cNvPr id="143" name="对象 142">
              <a:extLst>
                <a:ext uri="{FF2B5EF4-FFF2-40B4-BE49-F238E27FC236}">
                  <a16:creationId xmlns:a16="http://schemas.microsoft.com/office/drawing/2014/main" id="{E36B4B99-2E4B-269A-581B-322FA77628AD}"/>
                </a:ext>
              </a:extLst>
            </p:cNvPr>
            <p:cNvGraphicFramePr>
              <a:graphicFrameLocks noChangeAspect="1"/>
            </p:cNvGraphicFramePr>
            <p:nvPr>
              <p:extLst>
                <p:ext uri="{D42A27DB-BD31-4B8C-83A1-F6EECF244321}">
                  <p14:modId xmlns:p14="http://schemas.microsoft.com/office/powerpoint/2010/main" val="663433231"/>
                </p:ext>
              </p:extLst>
            </p:nvPr>
          </p:nvGraphicFramePr>
          <p:xfrm>
            <a:off x="6745114" y="4482526"/>
            <a:ext cx="239625" cy="319500"/>
          </p:xfrm>
          <a:graphic>
            <a:graphicData uri="http://schemas.openxmlformats.org/presentationml/2006/ole">
              <mc:AlternateContent xmlns:mc="http://schemas.openxmlformats.org/markup-compatibility/2006">
                <mc:Choice xmlns:v="urn:schemas-microsoft-com:vml" Requires="v">
                  <p:oleObj name="Equation" r:id="rId2" imgW="152280" imgH="203040" progId="Equation.DSMT4">
                    <p:embed/>
                  </p:oleObj>
                </mc:Choice>
                <mc:Fallback>
                  <p:oleObj name="Equation" r:id="rId2" imgW="152280" imgH="203040" progId="Equation.DSMT4">
                    <p:embed/>
                    <p:pic>
                      <p:nvPicPr>
                        <p:cNvPr id="96" name="对象 95">
                          <a:extLst>
                            <a:ext uri="{FF2B5EF4-FFF2-40B4-BE49-F238E27FC236}">
                              <a16:creationId xmlns:a16="http://schemas.microsoft.com/office/drawing/2014/main" id="{26665773-9054-7173-8E2D-9DFF6AD3330D}"/>
                            </a:ext>
                          </a:extLst>
                        </p:cNvPr>
                        <p:cNvPicPr/>
                        <p:nvPr/>
                      </p:nvPicPr>
                      <p:blipFill>
                        <a:blip r:embed="rId3"/>
                        <a:stretch>
                          <a:fillRect/>
                        </a:stretch>
                      </p:blipFill>
                      <p:spPr>
                        <a:xfrm>
                          <a:off x="6745114" y="4482526"/>
                          <a:ext cx="239625" cy="319500"/>
                        </a:xfrm>
                        <a:prstGeom prst="rect">
                          <a:avLst/>
                        </a:prstGeom>
                      </p:spPr>
                    </p:pic>
                  </p:oleObj>
                </mc:Fallback>
              </mc:AlternateContent>
            </a:graphicData>
          </a:graphic>
        </p:graphicFrame>
        <p:sp>
          <p:nvSpPr>
            <p:cNvPr id="144" name="弧形 143">
              <a:extLst>
                <a:ext uri="{FF2B5EF4-FFF2-40B4-BE49-F238E27FC236}">
                  <a16:creationId xmlns:a16="http://schemas.microsoft.com/office/drawing/2014/main" id="{E27E15CD-5BA9-AC80-3A80-401716B8005D}"/>
                </a:ext>
              </a:extLst>
            </p:cNvPr>
            <p:cNvSpPr/>
            <p:nvPr/>
          </p:nvSpPr>
          <p:spPr>
            <a:xfrm rot="7717470">
              <a:off x="5329961" y="3519091"/>
              <a:ext cx="328571" cy="73090"/>
            </a:xfrm>
            <a:prstGeom prst="arc">
              <a:avLst/>
            </a:prstGeom>
            <a:ln>
              <a:solidFill>
                <a:schemeClr val="accent6"/>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46" name="弧形 145">
              <a:extLst>
                <a:ext uri="{FF2B5EF4-FFF2-40B4-BE49-F238E27FC236}">
                  <a16:creationId xmlns:a16="http://schemas.microsoft.com/office/drawing/2014/main" id="{41360184-3B2B-E650-990E-8A07976F6BBE}"/>
                </a:ext>
              </a:extLst>
            </p:cNvPr>
            <p:cNvSpPr/>
            <p:nvPr/>
          </p:nvSpPr>
          <p:spPr>
            <a:xfrm rot="3255547">
              <a:off x="6896704" y="4711658"/>
              <a:ext cx="480651" cy="142714"/>
            </a:xfrm>
            <a:prstGeom prst="arc">
              <a:avLst/>
            </a:prstGeom>
            <a:ln>
              <a:solidFill>
                <a:srgbClr val="FF000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aphicFrame>
          <p:nvGraphicFramePr>
            <p:cNvPr id="147" name="对象 146">
              <a:extLst>
                <a:ext uri="{FF2B5EF4-FFF2-40B4-BE49-F238E27FC236}">
                  <a16:creationId xmlns:a16="http://schemas.microsoft.com/office/drawing/2014/main" id="{A3E179E5-391F-2FB4-BF14-C527353989DC}"/>
                </a:ext>
              </a:extLst>
            </p:cNvPr>
            <p:cNvGraphicFramePr>
              <a:graphicFrameLocks noChangeAspect="1"/>
            </p:cNvGraphicFramePr>
            <p:nvPr>
              <p:extLst>
                <p:ext uri="{D42A27DB-BD31-4B8C-83A1-F6EECF244321}">
                  <p14:modId xmlns:p14="http://schemas.microsoft.com/office/powerpoint/2010/main" val="2502489282"/>
                </p:ext>
              </p:extLst>
            </p:nvPr>
          </p:nvGraphicFramePr>
          <p:xfrm>
            <a:off x="7304891" y="4621142"/>
            <a:ext cx="239625" cy="319500"/>
          </p:xfrm>
          <a:graphic>
            <a:graphicData uri="http://schemas.openxmlformats.org/presentationml/2006/ole">
              <mc:AlternateContent xmlns:mc="http://schemas.openxmlformats.org/markup-compatibility/2006">
                <mc:Choice xmlns:v="urn:schemas-microsoft-com:vml" Requires="v">
                  <p:oleObj name="Equation" r:id="rId2" imgW="152280" imgH="203040" progId="Equation.DSMT4">
                    <p:embed/>
                  </p:oleObj>
                </mc:Choice>
                <mc:Fallback>
                  <p:oleObj name="Equation" r:id="rId2" imgW="152280" imgH="203040" progId="Equation.DSMT4">
                    <p:embed/>
                    <p:pic>
                      <p:nvPicPr>
                        <p:cNvPr id="109" name="对象 108">
                          <a:extLst>
                            <a:ext uri="{FF2B5EF4-FFF2-40B4-BE49-F238E27FC236}">
                              <a16:creationId xmlns:a16="http://schemas.microsoft.com/office/drawing/2014/main" id="{BC73F9AB-50A3-B1C9-6BA7-8F8CD698104C}"/>
                            </a:ext>
                          </a:extLst>
                        </p:cNvPr>
                        <p:cNvPicPr/>
                        <p:nvPr/>
                      </p:nvPicPr>
                      <p:blipFill>
                        <a:blip r:embed="rId3"/>
                        <a:stretch>
                          <a:fillRect/>
                        </a:stretch>
                      </p:blipFill>
                      <p:spPr>
                        <a:xfrm>
                          <a:off x="7304891" y="4621142"/>
                          <a:ext cx="239625" cy="319500"/>
                        </a:xfrm>
                        <a:prstGeom prst="rect">
                          <a:avLst/>
                        </a:prstGeom>
                      </p:spPr>
                    </p:pic>
                  </p:oleObj>
                </mc:Fallback>
              </mc:AlternateContent>
            </a:graphicData>
          </a:graphic>
        </p:graphicFrame>
        <p:cxnSp>
          <p:nvCxnSpPr>
            <p:cNvPr id="150" name="直接箭头连接符 149">
              <a:extLst>
                <a:ext uri="{FF2B5EF4-FFF2-40B4-BE49-F238E27FC236}">
                  <a16:creationId xmlns:a16="http://schemas.microsoft.com/office/drawing/2014/main" id="{7057ECEA-192D-570D-2E32-5F8FDEBD63A3}"/>
                </a:ext>
              </a:extLst>
            </p:cNvPr>
            <p:cNvCxnSpPr>
              <a:cxnSpLocks/>
            </p:cNvCxnSpPr>
            <p:nvPr/>
          </p:nvCxnSpPr>
          <p:spPr>
            <a:xfrm>
              <a:off x="1499873" y="4204667"/>
              <a:ext cx="682708" cy="552002"/>
            </a:xfrm>
            <a:prstGeom prst="straightConnector1">
              <a:avLst/>
            </a:prstGeom>
            <a:ln>
              <a:solidFill>
                <a:schemeClr val="tx1"/>
              </a:solidFill>
              <a:headEnd type="arrow" w="med" len="med"/>
              <a:tailEnd type="none" w="med" len="med"/>
            </a:ln>
          </p:spPr>
          <p:style>
            <a:lnRef idx="3">
              <a:schemeClr val="accent5"/>
            </a:lnRef>
            <a:fillRef idx="0">
              <a:schemeClr val="accent5"/>
            </a:fillRef>
            <a:effectRef idx="2">
              <a:schemeClr val="accent5"/>
            </a:effectRef>
            <a:fontRef idx="minor">
              <a:schemeClr val="tx1"/>
            </a:fontRef>
          </p:style>
        </p:cxnSp>
        <p:sp>
          <p:nvSpPr>
            <p:cNvPr id="156" name="文本框 155">
              <a:extLst>
                <a:ext uri="{FF2B5EF4-FFF2-40B4-BE49-F238E27FC236}">
                  <a16:creationId xmlns:a16="http://schemas.microsoft.com/office/drawing/2014/main" id="{26B8373B-A54C-F896-6730-C4F33648A971}"/>
                </a:ext>
              </a:extLst>
            </p:cNvPr>
            <p:cNvSpPr txBox="1"/>
            <p:nvPr/>
          </p:nvSpPr>
          <p:spPr>
            <a:xfrm>
              <a:off x="5960879" y="5720256"/>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s</a:t>
              </a:r>
              <a:endParaRPr lang="zh-CN" altLang="en-US" i="1" dirty="0">
                <a:latin typeface="Times New Roman" panose="02020603050405020304" pitchFamily="18" charset="0"/>
                <a:cs typeface="Times New Roman" panose="02020603050405020304" pitchFamily="18" charset="0"/>
              </a:endParaRPr>
            </a:p>
          </p:txBody>
        </p:sp>
        <p:sp>
          <p:nvSpPr>
            <p:cNvPr id="157" name="文本框 156">
              <a:extLst>
                <a:ext uri="{FF2B5EF4-FFF2-40B4-BE49-F238E27FC236}">
                  <a16:creationId xmlns:a16="http://schemas.microsoft.com/office/drawing/2014/main" id="{B1199BCF-BAF9-49B4-1D71-92758A8FD001}"/>
                </a:ext>
              </a:extLst>
            </p:cNvPr>
            <p:cNvSpPr txBox="1"/>
            <p:nvPr/>
          </p:nvSpPr>
          <p:spPr>
            <a:xfrm>
              <a:off x="7581348" y="5251177"/>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t</a:t>
              </a:r>
              <a:endParaRPr lang="zh-CN" altLang="en-US" i="1" dirty="0">
                <a:latin typeface="Times New Roman" panose="02020603050405020304" pitchFamily="18" charset="0"/>
                <a:cs typeface="Times New Roman" panose="02020603050405020304" pitchFamily="18" charset="0"/>
              </a:endParaRPr>
            </a:p>
          </p:txBody>
        </p:sp>
        <p:sp>
          <p:nvSpPr>
            <p:cNvPr id="158" name="文本框 157">
              <a:extLst>
                <a:ext uri="{FF2B5EF4-FFF2-40B4-BE49-F238E27FC236}">
                  <a16:creationId xmlns:a16="http://schemas.microsoft.com/office/drawing/2014/main" id="{66002A1E-6917-F1DA-D327-1A5CF9636D7D}"/>
                </a:ext>
              </a:extLst>
            </p:cNvPr>
            <p:cNvSpPr txBox="1"/>
            <p:nvPr/>
          </p:nvSpPr>
          <p:spPr>
            <a:xfrm>
              <a:off x="3261964" y="3668910"/>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s</a:t>
              </a:r>
              <a:endParaRPr lang="zh-CN" altLang="en-US" i="1" dirty="0">
                <a:latin typeface="Times New Roman" panose="02020603050405020304" pitchFamily="18" charset="0"/>
                <a:cs typeface="Times New Roman" panose="02020603050405020304" pitchFamily="18" charset="0"/>
              </a:endParaRPr>
            </a:p>
          </p:txBody>
        </p:sp>
        <p:sp>
          <p:nvSpPr>
            <p:cNvPr id="159" name="文本框 158">
              <a:extLst>
                <a:ext uri="{FF2B5EF4-FFF2-40B4-BE49-F238E27FC236}">
                  <a16:creationId xmlns:a16="http://schemas.microsoft.com/office/drawing/2014/main" id="{1BEAA2C0-764D-4E4B-E7C9-154A04B594C6}"/>
                </a:ext>
              </a:extLst>
            </p:cNvPr>
            <p:cNvSpPr txBox="1"/>
            <p:nvPr/>
          </p:nvSpPr>
          <p:spPr>
            <a:xfrm>
              <a:off x="1368935" y="4218390"/>
              <a:ext cx="304801"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t</a:t>
              </a:r>
              <a:endParaRPr lang="zh-CN" altLang="en-US" i="1" dirty="0">
                <a:latin typeface="Times New Roman" panose="02020603050405020304" pitchFamily="18" charset="0"/>
                <a:cs typeface="Times New Roman" panose="02020603050405020304" pitchFamily="18" charset="0"/>
              </a:endParaRPr>
            </a:p>
          </p:txBody>
        </p:sp>
        <p:sp>
          <p:nvSpPr>
            <p:cNvPr id="161" name="任意多边形: 形状 160">
              <a:extLst>
                <a:ext uri="{FF2B5EF4-FFF2-40B4-BE49-F238E27FC236}">
                  <a16:creationId xmlns:a16="http://schemas.microsoft.com/office/drawing/2014/main" id="{6DD353C0-E1B7-F148-F719-3B36162D6AE4}"/>
                </a:ext>
              </a:extLst>
            </p:cNvPr>
            <p:cNvSpPr/>
            <p:nvPr/>
          </p:nvSpPr>
          <p:spPr>
            <a:xfrm>
              <a:off x="6762349" y="4972391"/>
              <a:ext cx="661987" cy="448756"/>
            </a:xfrm>
            <a:custGeom>
              <a:avLst/>
              <a:gdLst>
                <a:gd name="connsiteX0" fmla="*/ 0 w 661987"/>
                <a:gd name="connsiteY0" fmla="*/ 309563 h 448756"/>
                <a:gd name="connsiteX1" fmla="*/ 328612 w 661987"/>
                <a:gd name="connsiteY1" fmla="*/ 433388 h 448756"/>
                <a:gd name="connsiteX2" fmla="*/ 661987 w 661987"/>
                <a:gd name="connsiteY2" fmla="*/ 0 h 448756"/>
              </a:gdLst>
              <a:ahLst/>
              <a:cxnLst>
                <a:cxn ang="0">
                  <a:pos x="connsiteX0" y="connsiteY0"/>
                </a:cxn>
                <a:cxn ang="0">
                  <a:pos x="connsiteX1" y="connsiteY1"/>
                </a:cxn>
                <a:cxn ang="0">
                  <a:pos x="connsiteX2" y="connsiteY2"/>
                </a:cxn>
              </a:cxnLst>
              <a:rect l="l" t="t" r="r" b="b"/>
              <a:pathLst>
                <a:path w="661987" h="448756">
                  <a:moveTo>
                    <a:pt x="0" y="309563"/>
                  </a:moveTo>
                  <a:cubicBezTo>
                    <a:pt x="109140" y="397272"/>
                    <a:pt x="218281" y="484982"/>
                    <a:pt x="328612" y="433388"/>
                  </a:cubicBezTo>
                  <a:cubicBezTo>
                    <a:pt x="438943" y="381794"/>
                    <a:pt x="550465" y="190897"/>
                    <a:pt x="661987"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44CB11BE-2E1D-BEFB-D2FC-352AB4CB23B6}"/>
                </a:ext>
              </a:extLst>
            </p:cNvPr>
            <p:cNvSpPr txBox="1"/>
            <p:nvPr/>
          </p:nvSpPr>
          <p:spPr>
            <a:xfrm>
              <a:off x="7769770" y="5317087"/>
              <a:ext cx="1397085" cy="954107"/>
            </a:xfrm>
            <a:prstGeom prst="rect">
              <a:avLst/>
            </a:prstGeom>
            <a:noFill/>
          </p:spPr>
          <p:txBody>
            <a:bodyPr wrap="square" rtlCol="0">
              <a:spAutoFit/>
            </a:bodyPr>
            <a:lstStyle/>
            <a:p>
              <a:r>
                <a:rPr lang="zh-CN" altLang="en-US" sz="1400" dirty="0">
                  <a:latin typeface="Times New Roman" panose="02020603050405020304" pitchFamily="18" charset="0"/>
                  <a:cs typeface="Times New Roman" panose="02020603050405020304" pitchFamily="18" charset="0"/>
                </a:rPr>
                <a:t>锥形束中旋转角的定义</a:t>
              </a:r>
              <a:endParaRPr lang="en-US" altLang="zh-CN" sz="1400" dirty="0">
                <a:latin typeface="Times New Roman" panose="02020603050405020304" pitchFamily="18" charset="0"/>
                <a:cs typeface="Times New Roman" panose="02020603050405020304" pitchFamily="18" charset="0"/>
              </a:endParaRPr>
            </a:p>
            <a:p>
              <a:r>
                <a:rPr lang="en-US" altLang="zh-CN" sz="1400" i="1" dirty="0">
                  <a:latin typeface="Times New Roman" panose="02020603050405020304" pitchFamily="18" charset="0"/>
                  <a:cs typeface="Times New Roman" panose="02020603050405020304" pitchFamily="18" charset="0"/>
                </a:rPr>
                <a:t>s </a:t>
              </a:r>
              <a:r>
                <a:rPr lang="zh-CN" altLang="en-US" sz="1400" dirty="0">
                  <a:latin typeface="Times New Roman" panose="02020603050405020304" pitchFamily="18" charset="0"/>
                  <a:cs typeface="Times New Roman" panose="02020603050405020304" pitchFamily="18" charset="0"/>
                </a:rPr>
                <a:t>在 </a:t>
              </a:r>
              <a:r>
                <a:rPr lang="en-US" altLang="zh-CN" sz="1400" i="1" dirty="0">
                  <a:latin typeface="Times New Roman" panose="02020603050405020304" pitchFamily="18" charset="0"/>
                  <a:cs typeface="Times New Roman" panose="02020603050405020304" pitchFamily="18" charset="0"/>
                </a:rPr>
                <a:t>x </a:t>
              </a:r>
              <a:r>
                <a:rPr lang="zh-CN" altLang="en-US" sz="1400" dirty="0">
                  <a:latin typeface="Times New Roman" panose="02020603050405020304" pitchFamily="18" charset="0"/>
                  <a:cs typeface="Times New Roman" panose="02020603050405020304" pitchFamily="18" charset="0"/>
                </a:rPr>
                <a:t>的前面因此为负角度</a:t>
              </a:r>
            </a:p>
          </p:txBody>
        </p:sp>
        <p:graphicFrame>
          <p:nvGraphicFramePr>
            <p:cNvPr id="166" name="对象 165">
              <a:extLst>
                <a:ext uri="{FF2B5EF4-FFF2-40B4-BE49-F238E27FC236}">
                  <a16:creationId xmlns:a16="http://schemas.microsoft.com/office/drawing/2014/main" id="{A6A38690-2456-9C79-C0C0-E8FD8ACFED7B}"/>
                </a:ext>
              </a:extLst>
            </p:cNvPr>
            <p:cNvGraphicFramePr>
              <a:graphicFrameLocks noChangeAspect="1"/>
            </p:cNvGraphicFramePr>
            <p:nvPr>
              <p:extLst>
                <p:ext uri="{D42A27DB-BD31-4B8C-83A1-F6EECF244321}">
                  <p14:modId xmlns:p14="http://schemas.microsoft.com/office/powerpoint/2010/main" val="3556187638"/>
                </p:ext>
              </p:extLst>
            </p:nvPr>
          </p:nvGraphicFramePr>
          <p:xfrm>
            <a:off x="6499820" y="5470423"/>
            <a:ext cx="885825" cy="269875"/>
          </p:xfrm>
          <a:graphic>
            <a:graphicData uri="http://schemas.openxmlformats.org/presentationml/2006/ole">
              <mc:AlternateContent xmlns:mc="http://schemas.openxmlformats.org/markup-compatibility/2006">
                <mc:Choice xmlns:v="urn:schemas-microsoft-com:vml" Requires="v">
                  <p:oleObj name="Equation" r:id="rId6" imgW="749160" imgH="228600" progId="Equation.DSMT4">
                    <p:embed/>
                  </p:oleObj>
                </mc:Choice>
                <mc:Fallback>
                  <p:oleObj name="Equation" r:id="rId6" imgW="749160" imgH="228600" progId="Equation.DSMT4">
                    <p:embed/>
                    <p:pic>
                      <p:nvPicPr>
                        <p:cNvPr id="109" name="对象 108">
                          <a:extLst>
                            <a:ext uri="{FF2B5EF4-FFF2-40B4-BE49-F238E27FC236}">
                              <a16:creationId xmlns:a16="http://schemas.microsoft.com/office/drawing/2014/main" id="{BC73F9AB-50A3-B1C9-6BA7-8F8CD698104C}"/>
                            </a:ext>
                          </a:extLst>
                        </p:cNvPr>
                        <p:cNvPicPr/>
                        <p:nvPr/>
                      </p:nvPicPr>
                      <p:blipFill>
                        <a:blip r:embed="rId7"/>
                        <a:stretch>
                          <a:fillRect/>
                        </a:stretch>
                      </p:blipFill>
                      <p:spPr>
                        <a:xfrm>
                          <a:off x="6499820" y="5470423"/>
                          <a:ext cx="885825" cy="269875"/>
                        </a:xfrm>
                        <a:prstGeom prst="rect">
                          <a:avLst/>
                        </a:prstGeom>
                      </p:spPr>
                    </p:pic>
                  </p:oleObj>
                </mc:Fallback>
              </mc:AlternateContent>
            </a:graphicData>
          </a:graphic>
        </p:graphicFrame>
        <p:sp>
          <p:nvSpPr>
            <p:cNvPr id="167" name="文本框 166">
              <a:extLst>
                <a:ext uri="{FF2B5EF4-FFF2-40B4-BE49-F238E27FC236}">
                  <a16:creationId xmlns:a16="http://schemas.microsoft.com/office/drawing/2014/main" id="{BEF9B14E-D7A7-2803-2F00-C1FC6176002F}"/>
                </a:ext>
              </a:extLst>
            </p:cNvPr>
            <p:cNvSpPr txBox="1"/>
            <p:nvPr/>
          </p:nvSpPr>
          <p:spPr>
            <a:xfrm>
              <a:off x="5919062" y="6229619"/>
              <a:ext cx="1820739" cy="297517"/>
            </a:xfrm>
            <a:prstGeom prst="rect">
              <a:avLst/>
            </a:prstGeom>
            <a:noFill/>
          </p:spPr>
          <p:txBody>
            <a:bodyPr wrap="square" rtlCol="0">
              <a:spAutoFit/>
            </a:bodyPr>
            <a:lstStyle/>
            <a:p>
              <a:r>
                <a:rPr lang="en-US" altLang="zh-CN" sz="2000" baseline="-25000" dirty="0">
                  <a:latin typeface="Times New Roman" panose="02020603050405020304" pitchFamily="18" charset="0"/>
                  <a:cs typeface="Times New Roman" panose="02020603050405020304" pitchFamily="18" charset="0"/>
                </a:rPr>
                <a:t>(b) </a:t>
              </a:r>
              <a:r>
                <a:rPr lang="zh-CN" altLang="en-US" sz="2000" baseline="-25000" dirty="0">
                  <a:latin typeface="Times New Roman" panose="02020603050405020304" pitchFamily="18" charset="0"/>
                  <a:cs typeface="Times New Roman" panose="02020603050405020304" pitchFamily="18" charset="0"/>
                </a:rPr>
                <a:t>锥形束旋转角定义</a:t>
              </a:r>
            </a:p>
          </p:txBody>
        </p:sp>
        <p:graphicFrame>
          <p:nvGraphicFramePr>
            <p:cNvPr id="168" name="对象 167">
              <a:extLst>
                <a:ext uri="{FF2B5EF4-FFF2-40B4-BE49-F238E27FC236}">
                  <a16:creationId xmlns:a16="http://schemas.microsoft.com/office/drawing/2014/main" id="{095F2CD5-4282-A3CF-6C35-D872D9047D56}"/>
                </a:ext>
              </a:extLst>
            </p:cNvPr>
            <p:cNvGraphicFramePr>
              <a:graphicFrameLocks noChangeAspect="1"/>
            </p:cNvGraphicFramePr>
            <p:nvPr>
              <p:extLst>
                <p:ext uri="{D42A27DB-BD31-4B8C-83A1-F6EECF244321}">
                  <p14:modId xmlns:p14="http://schemas.microsoft.com/office/powerpoint/2010/main" val="3162041699"/>
                </p:ext>
              </p:extLst>
            </p:nvPr>
          </p:nvGraphicFramePr>
          <p:xfrm>
            <a:off x="6923799" y="1776437"/>
            <a:ext cx="1997075" cy="688975"/>
          </p:xfrm>
          <a:graphic>
            <a:graphicData uri="http://schemas.openxmlformats.org/presentationml/2006/ole">
              <mc:AlternateContent xmlns:mc="http://schemas.openxmlformats.org/markup-compatibility/2006">
                <mc:Choice xmlns:v="urn:schemas-microsoft-com:vml" Requires="v">
                  <p:oleObj name="Equation" r:id="rId8" imgW="1688760" imgH="583920" progId="Equation.DSMT4">
                    <p:embed/>
                  </p:oleObj>
                </mc:Choice>
                <mc:Fallback>
                  <p:oleObj name="Equation" r:id="rId8" imgW="1688760" imgH="583920" progId="Equation.DSMT4">
                    <p:embed/>
                    <p:pic>
                      <p:nvPicPr>
                        <p:cNvPr id="166" name="对象 165">
                          <a:extLst>
                            <a:ext uri="{FF2B5EF4-FFF2-40B4-BE49-F238E27FC236}">
                              <a16:creationId xmlns:a16="http://schemas.microsoft.com/office/drawing/2014/main" id="{A6A38690-2456-9C79-C0C0-E8FD8ACFED7B}"/>
                            </a:ext>
                          </a:extLst>
                        </p:cNvPr>
                        <p:cNvPicPr/>
                        <p:nvPr/>
                      </p:nvPicPr>
                      <p:blipFill>
                        <a:blip r:embed="rId9"/>
                        <a:stretch>
                          <a:fillRect/>
                        </a:stretch>
                      </p:blipFill>
                      <p:spPr>
                        <a:xfrm>
                          <a:off x="6923799" y="1776437"/>
                          <a:ext cx="1997075" cy="688975"/>
                        </a:xfrm>
                        <a:prstGeom prst="rect">
                          <a:avLst/>
                        </a:prstGeom>
                      </p:spPr>
                    </p:pic>
                  </p:oleObj>
                </mc:Fallback>
              </mc:AlternateContent>
            </a:graphicData>
          </a:graphic>
        </p:graphicFrame>
        <p:sp>
          <p:nvSpPr>
            <p:cNvPr id="169" name="箭头: 右 168">
              <a:extLst>
                <a:ext uri="{FF2B5EF4-FFF2-40B4-BE49-F238E27FC236}">
                  <a16:creationId xmlns:a16="http://schemas.microsoft.com/office/drawing/2014/main" id="{38411ACC-9D9F-F606-9C05-A68B1EF83ACD}"/>
                </a:ext>
              </a:extLst>
            </p:cNvPr>
            <p:cNvSpPr/>
            <p:nvPr/>
          </p:nvSpPr>
          <p:spPr>
            <a:xfrm rot="3770909">
              <a:off x="5987112" y="3114277"/>
              <a:ext cx="738132" cy="341177"/>
            </a:xfrm>
            <a:prstGeom prst="right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cxnSp>
          <p:nvCxnSpPr>
            <p:cNvPr id="171" name="连接符: 曲线 170">
              <a:extLst>
                <a:ext uri="{FF2B5EF4-FFF2-40B4-BE49-F238E27FC236}">
                  <a16:creationId xmlns:a16="http://schemas.microsoft.com/office/drawing/2014/main" id="{CD39F877-1824-7195-6EC8-EB9F46407476}"/>
                </a:ext>
              </a:extLst>
            </p:cNvPr>
            <p:cNvCxnSpPr>
              <a:cxnSpLocks/>
            </p:cNvCxnSpPr>
            <p:nvPr/>
          </p:nvCxnSpPr>
          <p:spPr>
            <a:xfrm flipV="1">
              <a:off x="2973500" y="4542064"/>
              <a:ext cx="3723446" cy="238828"/>
            </a:xfrm>
            <a:prstGeom prst="curvedConnector3">
              <a:avLst>
                <a:gd name="adj1" fmla="val 50901"/>
              </a:avLst>
            </a:prstGeom>
            <a:ln w="12700">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7" name="任意多边形: 形状 176">
              <a:extLst>
                <a:ext uri="{FF2B5EF4-FFF2-40B4-BE49-F238E27FC236}">
                  <a16:creationId xmlns:a16="http://schemas.microsoft.com/office/drawing/2014/main" id="{420BB33D-4F09-0905-1603-0B9A24E9DADF}"/>
                </a:ext>
              </a:extLst>
            </p:cNvPr>
            <p:cNvSpPr/>
            <p:nvPr/>
          </p:nvSpPr>
          <p:spPr>
            <a:xfrm>
              <a:off x="5553512" y="1803633"/>
              <a:ext cx="3197765" cy="3380763"/>
            </a:xfrm>
            <a:custGeom>
              <a:avLst/>
              <a:gdLst>
                <a:gd name="connsiteX0" fmla="*/ 0 w 3197765"/>
                <a:gd name="connsiteY0" fmla="*/ 0 h 3380763"/>
                <a:gd name="connsiteX1" fmla="*/ 1744910 w 3197765"/>
                <a:gd name="connsiteY1" fmla="*/ 813732 h 3380763"/>
                <a:gd name="connsiteX2" fmla="*/ 2944536 w 3197765"/>
                <a:gd name="connsiteY2" fmla="*/ 1744910 h 3380763"/>
                <a:gd name="connsiteX3" fmla="*/ 3112316 w 3197765"/>
                <a:gd name="connsiteY3" fmla="*/ 2910980 h 3380763"/>
                <a:gd name="connsiteX4" fmla="*/ 1887523 w 3197765"/>
                <a:gd name="connsiteY4" fmla="*/ 3380763 h 3380763"/>
                <a:gd name="connsiteX5" fmla="*/ 1887523 w 3197765"/>
                <a:gd name="connsiteY5" fmla="*/ 3380763 h 338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97765" h="3380763">
                  <a:moveTo>
                    <a:pt x="0" y="0"/>
                  </a:moveTo>
                  <a:cubicBezTo>
                    <a:pt x="627077" y="261457"/>
                    <a:pt x="1254154" y="522914"/>
                    <a:pt x="1744910" y="813732"/>
                  </a:cubicBezTo>
                  <a:cubicBezTo>
                    <a:pt x="2235666" y="1104550"/>
                    <a:pt x="2716635" y="1395369"/>
                    <a:pt x="2944536" y="1744910"/>
                  </a:cubicBezTo>
                  <a:cubicBezTo>
                    <a:pt x="3172437" y="2094451"/>
                    <a:pt x="3288485" y="2638338"/>
                    <a:pt x="3112316" y="2910980"/>
                  </a:cubicBezTo>
                  <a:cubicBezTo>
                    <a:pt x="2936147" y="3183622"/>
                    <a:pt x="1887523" y="3380763"/>
                    <a:pt x="1887523" y="3380763"/>
                  </a:cubicBezTo>
                  <a:lnTo>
                    <a:pt x="1887523" y="3380763"/>
                  </a:lnTo>
                </a:path>
              </a:pathLst>
            </a:custGeom>
            <a:noFill/>
            <a:ln>
              <a:solidFill>
                <a:srgbClr val="7030A0"/>
              </a:solidFill>
              <a:prstDash val="sys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3654078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555</TotalTime>
  <Words>1297</Words>
  <Application>Microsoft Office PowerPoint</Application>
  <PresentationFormat>全屏显示(4:3)</PresentationFormat>
  <Paragraphs>183</Paragraphs>
  <Slides>31</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3</vt:i4>
      </vt:variant>
      <vt:variant>
        <vt:lpstr>幻灯片标题</vt:lpstr>
      </vt:variant>
      <vt:variant>
        <vt:i4>31</vt:i4>
      </vt:variant>
    </vt:vector>
  </HeadingPairs>
  <TitlesOfParts>
    <vt:vector size="41" baseType="lpstr">
      <vt:lpstr>宋体</vt:lpstr>
      <vt:lpstr>Arial</vt:lpstr>
      <vt:lpstr>Calibri</vt:lpstr>
      <vt:lpstr>Calibri Light</vt:lpstr>
      <vt:lpstr>Symbol</vt:lpstr>
      <vt:lpstr>Times New Roman</vt:lpstr>
      <vt:lpstr>Office 主题</vt:lpstr>
      <vt:lpstr>Equation.KSEE3</vt:lpstr>
      <vt:lpstr>Equation</vt:lpstr>
      <vt:lpstr>MathType 7.0 Equation</vt:lpstr>
      <vt:lpstr>平行束和扇形束算法的转换</vt:lpstr>
      <vt:lpstr>PowerPoint 演示文稿</vt:lpstr>
      <vt:lpstr>平行束图像重建 </vt:lpstr>
      <vt:lpstr>PowerPoint 演示文稿</vt:lpstr>
      <vt:lpstr>PowerPoint 演示文稿</vt:lpstr>
      <vt:lpstr>PowerPoint 演示文稿</vt:lpstr>
      <vt:lpstr>PowerPoint 演示文稿</vt:lpstr>
      <vt:lpstr>PowerPoint 演示文稿</vt:lpstr>
      <vt:lpstr>PowerPoint 演示文稿</vt:lpstr>
      <vt:lpstr>扇形束图像重建 </vt:lpstr>
      <vt:lpstr>PowerPoint 演示文稿</vt:lpstr>
      <vt:lpstr>PowerPoint 演示文稿</vt:lpstr>
      <vt:lpstr>PowerPoint 演示文稿</vt:lpstr>
      <vt:lpstr>等角度扇形重建算法 </vt:lpstr>
      <vt:lpstr>PowerPoint 演示文稿</vt:lpstr>
      <vt:lpstr>PowerPoint 演示文稿</vt:lpstr>
      <vt:lpstr>PowerPoint 演示文稿</vt:lpstr>
      <vt:lpstr>PowerPoint 演示文稿</vt:lpstr>
      <vt:lpstr>PowerPoint 演示文稿</vt:lpstr>
      <vt:lpstr>PowerPoint 演示文稿</vt:lpstr>
      <vt:lpstr>短扫描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sunny</dc:creator>
  <cp:lastModifiedBy>Administrator</cp:lastModifiedBy>
  <cp:revision>31</cp:revision>
  <dcterms:created xsi:type="dcterms:W3CDTF">2017-06-12T10:20:00Z</dcterms:created>
  <dcterms:modified xsi:type="dcterms:W3CDTF">2025-11-24T13:19:00Z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2052-10.1.0.6554</vt:lpwstr>
  </property>
</Properties>
</file>